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a17a763a994200" /><Relationship Type="http://schemas.openxmlformats.org/officeDocument/2006/relationships/extended-properties" Target="/docProps/app.xml" Id="Rd1e2124325014b1f" /><Relationship Type="http://schemas.openxmlformats.org/officeDocument/2006/relationships/officeDocument" Target="/ppt/presentation.xml" Id="Racbed04244fb42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5b21a87f2343c9"/>
  </p:sldMasterIdLst>
  <p:notesMasterIdLst>
    <p:notesMasterId xmlns:r="http://schemas.openxmlformats.org/officeDocument/2006/relationships" r:id="Re6c86db7a53b49ef"/>
  </p:notesMasterIdLst>
  <p:sldIdLst>
    <p:sldId xmlns:r="http://schemas.openxmlformats.org/officeDocument/2006/relationships" id="256" r:id="Rced6ebf47fc7493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34ca30f1d4f48" /><Relationship Type="http://schemas.openxmlformats.org/officeDocument/2006/relationships/slideMaster" Target="/ppt/slideMasters/slideMaster1.xml" Id="Re35b21a87f2343c9" /><Relationship Type="http://schemas.openxmlformats.org/officeDocument/2006/relationships/notesMaster" Target="/ppt/notesMasters/notesMaster1.xml" Id="Re6c86db7a53b49ef" /><Relationship Type="http://schemas.openxmlformats.org/officeDocument/2006/relationships/presProps" Target="/ppt/presProps.xml" Id="R44a3bb1942754a10" /><Relationship Type="http://schemas.openxmlformats.org/officeDocument/2006/relationships/tableStyles" Target="/ppt/tableStyles.xml" Id="Rcd3fff1740204799" /><Relationship Type="http://schemas.openxmlformats.org/officeDocument/2006/relationships/slide" Target="/ppt/slides/slide1.xml" Id="Rced6ebf47fc749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7e4ee4e36943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533a5e140e4e2f" /><Relationship Type="http://schemas.openxmlformats.org/officeDocument/2006/relationships/notesMaster" Target="/ppt/notesMasters/notesMaster1.xml" Id="R98d685c0f8a646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625e8d10440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9c9c555f3e4412" /><Relationship Type="http://schemas.openxmlformats.org/officeDocument/2006/relationships/slideLayout" Target="/ppt/slideLayouts/slideLayout1.xml" Id="Rd844f2205bc647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44f2205bc647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b7d7f83d64aeb" /><Relationship Type="http://schemas.openxmlformats.org/officeDocument/2006/relationships/image" Target="/ppt/media/image.png" Id="Rad7b022039f044e4" /><Relationship Type="http://schemas.openxmlformats.org/officeDocument/2006/relationships/notesSlide" Target="/ppt/notesSlides/notesSlide1.xml" Id="R034ca5f9f4a44d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b022039f044e4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47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2026-09-28T04:14:09.0620000Z</dcterms:created>
  <dcterms:modified xsi:type="dcterms:W3CDTF">2026-09-28T04:14:09.0620000Z</dcterms:modified>
</coreProperties>
</file>