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644be3300c4d4b" /><Relationship Type="http://schemas.openxmlformats.org/officeDocument/2006/relationships/extended-properties" Target="/docProps/app.xml" Id="R2ff7016e17964cfe" /><Relationship Type="http://schemas.openxmlformats.org/officeDocument/2006/relationships/officeDocument" Target="/ppt/presentation.xml" Id="R02347fa01ecc48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b846e7f3264ed2"/>
  </p:sldMasterIdLst>
  <p:notesMasterIdLst>
    <p:notesMasterId xmlns:r="http://schemas.openxmlformats.org/officeDocument/2006/relationships" r:id="Rf0a38265d13e4ef8"/>
  </p:notesMasterIdLst>
  <p:sldIdLst>
    <p:sldId xmlns:r="http://schemas.openxmlformats.org/officeDocument/2006/relationships" id="256" r:id="R5a1e8ed717074ead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3eabdd050b4944" /><Relationship Type="http://schemas.openxmlformats.org/officeDocument/2006/relationships/slideMaster" Target="/ppt/slideMasters/slideMaster1.xml" Id="R2db846e7f3264ed2" /><Relationship Type="http://schemas.openxmlformats.org/officeDocument/2006/relationships/notesMaster" Target="/ppt/notesMasters/notesMaster1.xml" Id="Rf0a38265d13e4ef8" /><Relationship Type="http://schemas.openxmlformats.org/officeDocument/2006/relationships/presProps" Target="/ppt/presProps.xml" Id="R66c98170ba714551" /><Relationship Type="http://schemas.openxmlformats.org/officeDocument/2006/relationships/tableStyles" Target="/ppt/tableStyles.xml" Id="R56a9eb984c3e4824" /><Relationship Type="http://schemas.openxmlformats.org/officeDocument/2006/relationships/slide" Target="/ppt/slides/slide1.xml" Id="R5a1e8ed717074e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95096447c54f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39d4e0708548df" /><Relationship Type="http://schemas.openxmlformats.org/officeDocument/2006/relationships/notesMaster" Target="/ppt/notesMasters/notesMaster1.xml" Id="R056454aebb1140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8b234d4334a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fd3f38bd804dd0" /><Relationship Type="http://schemas.openxmlformats.org/officeDocument/2006/relationships/slideLayout" Target="/ppt/slideLayouts/slideLayout1.xml" Id="Rf9e87383b89f4a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e87383b89f4a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8024e28a74879" /><Relationship Type="http://schemas.openxmlformats.org/officeDocument/2006/relationships/image" Target="/ppt/media/image.png" Id="Rbda1fb2c43d44401" /><Relationship Type="http://schemas.openxmlformats.org/officeDocument/2006/relationships/notesSlide" Target="/ppt/notesSlides/notesSlide1.xml" Id="Raf62d4a084f641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1fb2c43d44401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750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2026-09-26T06:23:03.4610000Z</dcterms:created>
  <dcterms:modified xsi:type="dcterms:W3CDTF">2026-09-26T06:23:03.4610000Z</dcterms:modified>
</coreProperties>
</file>