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fd414481f848bd" /><Relationship Type="http://schemas.openxmlformats.org/officeDocument/2006/relationships/extended-properties" Target="/docProps/app.xml" Id="R03d36608c530449c" /><Relationship Type="http://schemas.openxmlformats.org/officeDocument/2006/relationships/officeDocument" Target="/ppt/presentation.xml" Id="Rdd5d85bc75724d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e31c803d2414f"/>
  </p:sldMasterIdLst>
  <p:notesMasterIdLst>
    <p:notesMasterId xmlns:r="http://schemas.openxmlformats.org/officeDocument/2006/relationships" r:id="R0569aa2b84f84761"/>
  </p:notesMasterIdLst>
  <p:sldIdLst>
    <p:sldId xmlns:r="http://schemas.openxmlformats.org/officeDocument/2006/relationships" id="256" r:id="Re11eab362c0a4900"/>
    <p:sldId xmlns:r="http://schemas.openxmlformats.org/officeDocument/2006/relationships" id="257" r:id="R8eb02c08c3f14ca5"/>
    <p:sldId xmlns:r="http://schemas.openxmlformats.org/officeDocument/2006/relationships" id="258" r:id="R3334514ad8934284"/>
    <p:sldId xmlns:r="http://schemas.openxmlformats.org/officeDocument/2006/relationships" id="259" r:id="R1d82985fba3f4690"/>
    <p:sldId xmlns:r="http://schemas.openxmlformats.org/officeDocument/2006/relationships" id="260" r:id="R8b526b0a3d324273"/>
    <p:sldId xmlns:r="http://schemas.openxmlformats.org/officeDocument/2006/relationships" id="261" r:id="R76bdaa3d6c8e4eb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9c323ddf3748ac" /><Relationship Type="http://schemas.openxmlformats.org/officeDocument/2006/relationships/slideMaster" Target="/ppt/slideMasters/slideMaster1.xml" Id="Rd8fe31c803d2414f" /><Relationship Type="http://schemas.openxmlformats.org/officeDocument/2006/relationships/notesMaster" Target="/ppt/notesMasters/notesMaster1.xml" Id="R0569aa2b84f84761" /><Relationship Type="http://schemas.openxmlformats.org/officeDocument/2006/relationships/presProps" Target="/ppt/presProps.xml" Id="R8527a8cf2bf240bc" /><Relationship Type="http://schemas.openxmlformats.org/officeDocument/2006/relationships/tableStyles" Target="/ppt/tableStyles.xml" Id="Radce3f3586d048bb" /><Relationship Type="http://schemas.openxmlformats.org/officeDocument/2006/relationships/slide" Target="/ppt/slides/slide1.xml" Id="Re11eab362c0a4900" /><Relationship Type="http://schemas.openxmlformats.org/officeDocument/2006/relationships/slide" Target="/ppt/slides/slide2.xml" Id="R8eb02c08c3f14ca5" /><Relationship Type="http://schemas.openxmlformats.org/officeDocument/2006/relationships/slide" Target="/ppt/slides/slide3.xml" Id="R3334514ad8934284" /><Relationship Type="http://schemas.openxmlformats.org/officeDocument/2006/relationships/slide" Target="/ppt/slides/slide4.xml" Id="R1d82985fba3f4690" /><Relationship Type="http://schemas.openxmlformats.org/officeDocument/2006/relationships/slide" Target="/ppt/slides/slide5.xml" Id="R8b526b0a3d324273" /><Relationship Type="http://schemas.openxmlformats.org/officeDocument/2006/relationships/slide" Target="/ppt/slides/slide6.xml" Id="R76bdaa3d6c8e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f076ce922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898cdfdec4840" /><Relationship Type="http://schemas.openxmlformats.org/officeDocument/2006/relationships/notesMaster" Target="/ppt/notesMasters/notesMaster1.xml" Id="R570d401f6221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035f2e7ac04dbd" /><Relationship Type="http://schemas.openxmlformats.org/officeDocument/2006/relationships/notesMaster" Target="/ppt/notesMasters/notesMaster1.xml" Id="Rd637d71238a346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c7ea15c1e465c" /><Relationship Type="http://schemas.openxmlformats.org/officeDocument/2006/relationships/notesMaster" Target="/ppt/notesMasters/notesMaster1.xml" Id="Ra72b582b94224f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e3dc39605b4a1e" /><Relationship Type="http://schemas.openxmlformats.org/officeDocument/2006/relationships/notesMaster" Target="/ppt/notesMasters/notesMaster1.xml" Id="R0506ee36b099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d38e7ca6e64e66" /><Relationship Type="http://schemas.openxmlformats.org/officeDocument/2006/relationships/notesMaster" Target="/ppt/notesMasters/notesMaster1.xml" Id="R47d94c47e72e49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8528bfcbbe4478" /><Relationship Type="http://schemas.openxmlformats.org/officeDocument/2006/relationships/notesMaster" Target="/ppt/notesMasters/notesMaster1.xml" Id="Rcfa3750df1ef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1426131064b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9870a1d1e49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8e87a792c4c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54f1533594c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70ed8a13e43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0ca5aa93c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EE2794-C78E-4946-8D39-6047367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D522F6-6254-4B19-9425-C29565A1A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F1FF0A5-4CF6-4580-8921-DCFD490FDA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DD7FC22-12BE-4DE0-AB43-AABD4B9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BBF76B-7AB7-4FBB-A36A-B2F22D7F2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8CB3E53-0175-47DE-9646-2930B60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9E9C6D-80E4-4C9E-8643-039186C5F4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81B1AF9-5564-4B1D-BAB9-153E3BD3B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A6409C-F9FD-4963-9333-320D15A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338BD1-661F-4608-9637-129AA8256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6533B-CCE2-4E89-8108-35B94846A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89F395-5FFA-482C-8C8B-E5C5541CDC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F43F03-E156-40B7-8865-4655C24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6BE653-F50F-40F1-9799-965E32946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085C9-9EFB-44E6-8C42-701D5FD66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06b5d5bf44e87" /><Relationship Type="http://schemas.openxmlformats.org/officeDocument/2006/relationships/slideLayout" Target="/ppt/slideLayouts/slideLayout1.xml" Id="R55026ff02359445c" /><Relationship Type="http://schemas.openxmlformats.org/officeDocument/2006/relationships/slideLayout" Target="/ppt/slideLayouts/slideLayout2.xml" Id="R255c9ec6216a464b" /><Relationship Type="http://schemas.openxmlformats.org/officeDocument/2006/relationships/slideLayout" Target="/ppt/slideLayouts/slideLayout3.xml" Id="Rebea0e0b16f243be" /><Relationship Type="http://schemas.openxmlformats.org/officeDocument/2006/relationships/slideLayout" Target="/ppt/slideLayouts/slideLayout4.xml" Id="Rdff271928f55454b" /><Relationship Type="http://schemas.openxmlformats.org/officeDocument/2006/relationships/slideLayout" Target="/ppt/slideLayouts/slideLayout5.xml" Id="R159dbdc5684a421f" /><Relationship Type="http://schemas.openxmlformats.org/officeDocument/2006/relationships/slideLayout" Target="/ppt/slideLayouts/slideLayout6.xml" Id="Rebd962657b53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26ff02359445c"/>
    <p:sldLayoutId xmlns:r="http://schemas.openxmlformats.org/officeDocument/2006/relationships" id="2147483650" r:id="R255c9ec6216a464b"/>
    <p:sldLayoutId xmlns:r="http://schemas.openxmlformats.org/officeDocument/2006/relationships" id="2147483651" r:id="Rebea0e0b16f243be"/>
    <p:sldLayoutId xmlns:r="http://schemas.openxmlformats.org/officeDocument/2006/relationships" id="2147483652" r:id="Rdff271928f55454b"/>
    <p:sldLayoutId xmlns:r="http://schemas.openxmlformats.org/officeDocument/2006/relationships" id="2147483653" r:id="R159dbdc5684a421f"/>
    <p:sldLayoutId xmlns:r="http://schemas.openxmlformats.org/officeDocument/2006/relationships" id="2147483654" r:id="Rebd962657b53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0da56a5ea4d01" /><Relationship Type="http://schemas.openxmlformats.org/officeDocument/2006/relationships/image" Target="/ppt/media/image.png" Id="Ra2d6326d9c7d4077" /><Relationship Type="http://schemas.openxmlformats.org/officeDocument/2006/relationships/notesSlide" Target="/ppt/notesSlides/notesSlide1.xml" Id="R22a84af23e95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9457041f94a50" /><Relationship Type="http://schemas.openxmlformats.org/officeDocument/2006/relationships/image" Target="/ppt/media/image2.png" Id="R419048b1122f41cf" /><Relationship Type="http://schemas.openxmlformats.org/officeDocument/2006/relationships/notesSlide" Target="/ppt/notesSlides/notesSlide2.xml" Id="R5a243ffe3d0c4a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bb26c3c934db0" /><Relationship Type="http://schemas.openxmlformats.org/officeDocument/2006/relationships/image" Target="/ppt/media/image3.png" Id="R20136d72940b4e5b" /><Relationship Type="http://schemas.openxmlformats.org/officeDocument/2006/relationships/notesSlide" Target="/ppt/notesSlides/notesSlide3.xml" Id="Rc529a3fc8ce449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8eb7108564e3d" /><Relationship Type="http://schemas.openxmlformats.org/officeDocument/2006/relationships/image" Target="/ppt/media/image4.png" Id="Ra70bbe5e1c3b4f8f" /><Relationship Type="http://schemas.openxmlformats.org/officeDocument/2006/relationships/notesSlide" Target="/ppt/notesSlides/notesSlide4.xml" Id="Rf5bb4095c475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e61ec4ed54762" /><Relationship Type="http://schemas.openxmlformats.org/officeDocument/2006/relationships/image" Target="/ppt/media/image5.png" Id="R39283d8cc9d84a89" /><Relationship Type="http://schemas.openxmlformats.org/officeDocument/2006/relationships/notesSlide" Target="/ppt/notesSlides/notesSlide5.xml" Id="R518461b4d5d244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ea9b79a844ec4" /><Relationship Type="http://schemas.openxmlformats.org/officeDocument/2006/relationships/image" Target="/ppt/media/image6.png" Id="Rbaf63b7672664d9f" /><Relationship Type="http://schemas.openxmlformats.org/officeDocument/2006/relationships/notesSlide" Target="/ppt/notesSlides/notesSlide6.xml" Id="R58e5c74d08f74d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6326d9c7d407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39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048b1122f41c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27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36d72940b4e5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94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bbe5e1c3b4f8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2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83d8cc9d84a8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6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3b7672664d9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74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2026-09-28T05:37:10.3940000Z</dcterms:created>
  <dcterms:modified xsi:type="dcterms:W3CDTF">2026-09-28T05:37:10.3940000Z</dcterms:modified>
</coreProperties>
</file>