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21390d84604a77" /><Relationship Type="http://schemas.openxmlformats.org/officeDocument/2006/relationships/extended-properties" Target="/docProps/app.xml" Id="R8f6dfef091394139" /><Relationship Type="http://schemas.openxmlformats.org/officeDocument/2006/relationships/officeDocument" Target="/ppt/presentation.xml" Id="R79241653e39647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cd28e68b664d63"/>
  </p:sldMasterIdLst>
  <p:notesMasterIdLst>
    <p:notesMasterId xmlns:r="http://schemas.openxmlformats.org/officeDocument/2006/relationships" r:id="R1d1ca6ce42354dd1"/>
  </p:notesMasterIdLst>
  <p:sldIdLst>
    <p:sldId xmlns:r="http://schemas.openxmlformats.org/officeDocument/2006/relationships" id="256" r:id="Rce6ab64a540f431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297ff1622d44cb" /><Relationship Type="http://schemas.openxmlformats.org/officeDocument/2006/relationships/slideMaster" Target="/ppt/slideMasters/slideMaster1.xml" Id="R4dcd28e68b664d63" /><Relationship Type="http://schemas.openxmlformats.org/officeDocument/2006/relationships/notesMaster" Target="/ppt/notesMasters/notesMaster1.xml" Id="R1d1ca6ce42354dd1" /><Relationship Type="http://schemas.openxmlformats.org/officeDocument/2006/relationships/presProps" Target="/ppt/presProps.xml" Id="R195cf01a5c7b4c7f" /><Relationship Type="http://schemas.openxmlformats.org/officeDocument/2006/relationships/tableStyles" Target="/ppt/tableStyles.xml" Id="Rf2c382cf96964aec" /><Relationship Type="http://schemas.openxmlformats.org/officeDocument/2006/relationships/slide" Target="/ppt/slides/slide1.xml" Id="Rce6ab64a540f43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d027123fa34c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586413f35047fe" /><Relationship Type="http://schemas.openxmlformats.org/officeDocument/2006/relationships/notesMaster" Target="/ppt/notesMasters/notesMaster1.xml" Id="Ra0b1676dee864d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46f15ca9045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8ee0934b334bf1" /><Relationship Type="http://schemas.openxmlformats.org/officeDocument/2006/relationships/slideLayout" Target="/ppt/slideLayouts/slideLayout1.xml" Id="Re05e387ab32e4a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5e387ab32e4a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6e5ee1878452c" /><Relationship Type="http://schemas.openxmlformats.org/officeDocument/2006/relationships/image" Target="/ppt/media/image.png" Id="R490ad653cdec44e0" /><Relationship Type="http://schemas.openxmlformats.org/officeDocument/2006/relationships/notesSlide" Target="/ppt/notesSlides/notesSlide1.xml" Id="Re01f7db8e39242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ad653cdec44e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33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2026-09-26T06:21:01.0480000Z</dcterms:created>
  <dcterms:modified xsi:type="dcterms:W3CDTF">2026-09-26T06:21:01.0480000Z</dcterms:modified>
</coreProperties>
</file>