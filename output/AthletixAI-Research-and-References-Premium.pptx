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3b6878ab3d481c" /><Relationship Type="http://schemas.openxmlformats.org/officeDocument/2006/relationships/extended-properties" Target="/docProps/app.xml" Id="Rf2f2f7acda8848fd" /><Relationship Type="http://schemas.openxmlformats.org/officeDocument/2006/relationships/officeDocument" Target="/ppt/presentation.xml" Id="R5aee9ca185e343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26fba3aa734472"/>
  </p:sldMasterIdLst>
  <p:notesMasterIdLst>
    <p:notesMasterId xmlns:r="http://schemas.openxmlformats.org/officeDocument/2006/relationships" r:id="R281e6345426448f5"/>
  </p:notesMasterIdLst>
  <p:sldIdLst>
    <p:sldId xmlns:r="http://schemas.openxmlformats.org/officeDocument/2006/relationships" id="256" r:id="R60ce1c1b75624ee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28f825c34d4ad9" /><Relationship Type="http://schemas.openxmlformats.org/officeDocument/2006/relationships/slideMaster" Target="/ppt/slideMasters/slideMaster1.xml" Id="R9326fba3aa734472" /><Relationship Type="http://schemas.openxmlformats.org/officeDocument/2006/relationships/notesMaster" Target="/ppt/notesMasters/notesMaster1.xml" Id="R281e6345426448f5" /><Relationship Type="http://schemas.openxmlformats.org/officeDocument/2006/relationships/presProps" Target="/ppt/presProps.xml" Id="R03cd1ec74c8b4da9" /><Relationship Type="http://schemas.openxmlformats.org/officeDocument/2006/relationships/tableStyles" Target="/ppt/tableStyles.xml" Id="Rcacfd054ab0f4756" /><Relationship Type="http://schemas.openxmlformats.org/officeDocument/2006/relationships/slide" Target="/ppt/slides/slide1.xml" Id="R60ce1c1b75624e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725e8730824b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a5657007cf40bf" /><Relationship Type="http://schemas.openxmlformats.org/officeDocument/2006/relationships/notesMaster" Target="/ppt/notesMasters/notesMaster1.xml" Id="R2d12b3f26d0447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e2cde7c0f42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9dc945c4546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9293a15ac42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d1f31591a48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04ec7aff54b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f151bdc4648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72E9EC9-E61E-4D42-AAAF-968FE511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F6FCED-9CF4-402B-A17A-FBBDBF121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E9AE595-1365-404D-A232-3CE23620F9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3F5701E-7A9B-4972-B567-7DE6F3AD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CA4052-7543-4776-B35C-5E70D1ECB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5DF7EA3-0553-43A4-ADDE-612F6296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9B547E-408F-4757-A7EA-29785D087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DD7FC3D-6FA2-4A41-B752-2493D03756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29325BD-9E8C-4BD6-84A7-86950172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24D20E-F24F-4CA5-A2BC-C2F02D078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2DE426-8A72-42B2-AB89-6983144CEB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E0DF3F-C530-40E3-98AE-9E32959A64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5B659B1-84AA-4678-9C34-C2F3B09A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E3AE0D-2AA4-4885-8A4B-1AE9A6CB8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9BDED7-15CA-4B5C-BB3F-B81BA548A8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f3a622a9fa4583" /><Relationship Type="http://schemas.openxmlformats.org/officeDocument/2006/relationships/slideLayout" Target="/ppt/slideLayouts/slideLayout1.xml" Id="R710a7c3d0d1e45a2" /><Relationship Type="http://schemas.openxmlformats.org/officeDocument/2006/relationships/slideLayout" Target="/ppt/slideLayouts/slideLayout2.xml" Id="Re8b06831e17e4afd" /><Relationship Type="http://schemas.openxmlformats.org/officeDocument/2006/relationships/slideLayout" Target="/ppt/slideLayouts/slideLayout3.xml" Id="R8cc000d4c1f34ff0" /><Relationship Type="http://schemas.openxmlformats.org/officeDocument/2006/relationships/slideLayout" Target="/ppt/slideLayouts/slideLayout4.xml" Id="R47abcea565ad4c2e" /><Relationship Type="http://schemas.openxmlformats.org/officeDocument/2006/relationships/slideLayout" Target="/ppt/slideLayouts/slideLayout5.xml" Id="R014a0d214e6543cc" /><Relationship Type="http://schemas.openxmlformats.org/officeDocument/2006/relationships/slideLayout" Target="/ppt/slideLayouts/slideLayout6.xml" Id="R3c031d55d8fe46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0a7c3d0d1e45a2"/>
    <p:sldLayoutId xmlns:r="http://schemas.openxmlformats.org/officeDocument/2006/relationships" id="2147483650" r:id="Re8b06831e17e4afd"/>
    <p:sldLayoutId xmlns:r="http://schemas.openxmlformats.org/officeDocument/2006/relationships" id="2147483651" r:id="R8cc000d4c1f34ff0"/>
    <p:sldLayoutId xmlns:r="http://schemas.openxmlformats.org/officeDocument/2006/relationships" id="2147483652" r:id="R47abcea565ad4c2e"/>
    <p:sldLayoutId xmlns:r="http://schemas.openxmlformats.org/officeDocument/2006/relationships" id="2147483653" r:id="R014a0d214e6543cc"/>
    <p:sldLayoutId xmlns:r="http://schemas.openxmlformats.org/officeDocument/2006/relationships" id="2147483654" r:id="R3c031d55d8fe46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33369f0874311" /><Relationship Type="http://schemas.openxmlformats.org/officeDocument/2006/relationships/image" Target="/ppt/media/image.png" Id="Rb7ae135d28244f93" /><Relationship Type="http://schemas.openxmlformats.org/officeDocument/2006/relationships/notesSlide" Target="/ppt/notesSlides/notesSlide1.xml" Id="R6fa39d2a96eb46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e135d28244f93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96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2026-09-28T05:27:21.8190000Z</dcterms:created>
  <dcterms:modified xsi:type="dcterms:W3CDTF">2026-09-28T05:27:21.8190000Z</dcterms:modified>
</coreProperties>
</file>