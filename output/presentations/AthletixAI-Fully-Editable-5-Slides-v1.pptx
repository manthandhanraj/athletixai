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1234f345154961" /><Relationship Type="http://schemas.openxmlformats.org/officeDocument/2006/relationships/extended-properties" Target="/docProps/app.xml" Id="R7811344341b64bf1" /><Relationship Type="http://schemas.openxmlformats.org/officeDocument/2006/relationships/officeDocument" Target="/ppt/presentation.xml" Id="Ra863b765ebda4c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88f551896c409c"/>
  </p:sldMasterIdLst>
  <p:notesMasterIdLst>
    <p:notesMasterId xmlns:r="http://schemas.openxmlformats.org/officeDocument/2006/relationships" r:id="Rc39b162627914d34"/>
  </p:notesMasterIdLst>
  <p:sldIdLst>
    <p:sldId xmlns:r="http://schemas.openxmlformats.org/officeDocument/2006/relationships" id="256" r:id="Ra4a9fd249be44b22"/>
    <p:sldId xmlns:r="http://schemas.openxmlformats.org/officeDocument/2006/relationships" id="257" r:id="R2894fe84581b4b3f"/>
    <p:sldId xmlns:r="http://schemas.openxmlformats.org/officeDocument/2006/relationships" id="258" r:id="R95322982af2a4035"/>
    <p:sldId xmlns:r="http://schemas.openxmlformats.org/officeDocument/2006/relationships" id="259" r:id="Rdb1b3d7a7a86489d"/>
    <p:sldId xmlns:r="http://schemas.openxmlformats.org/officeDocument/2006/relationships" id="260" r:id="R8ca0affbd58c4f05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c5eafdae004517" /><Relationship Type="http://schemas.openxmlformats.org/officeDocument/2006/relationships/slideMaster" Target="/ppt/slideMasters/slideMaster1.xml" Id="R0588f551896c409c" /><Relationship Type="http://schemas.openxmlformats.org/officeDocument/2006/relationships/notesMaster" Target="/ppt/notesMasters/notesMaster1.xml" Id="Rc39b162627914d34" /><Relationship Type="http://schemas.openxmlformats.org/officeDocument/2006/relationships/presProps" Target="/ppt/presProps.xml" Id="R1d0e8e84e0ab48b8" /><Relationship Type="http://schemas.openxmlformats.org/officeDocument/2006/relationships/tableStyles" Target="/ppt/tableStyles.xml" Id="R84ca4dfb26854559" /><Relationship Type="http://schemas.openxmlformats.org/officeDocument/2006/relationships/slide" Target="/ppt/slides/slide1.xml" Id="Ra4a9fd249be44b22" /><Relationship Type="http://schemas.openxmlformats.org/officeDocument/2006/relationships/slide" Target="/ppt/slides/slide2.xml" Id="R2894fe84581b4b3f" /><Relationship Type="http://schemas.openxmlformats.org/officeDocument/2006/relationships/slide" Target="/ppt/slides/slide3.xml" Id="R95322982af2a4035" /><Relationship Type="http://schemas.openxmlformats.org/officeDocument/2006/relationships/slide" Target="/ppt/slides/slide4.xml" Id="Rdb1b3d7a7a86489d" /><Relationship Type="http://schemas.openxmlformats.org/officeDocument/2006/relationships/slide" Target="/ppt/slides/slide5.xml" Id="R8ca0affbd58c4f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443953eeaf4c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5712fc68cb4357" /><Relationship Type="http://schemas.openxmlformats.org/officeDocument/2006/relationships/notesMaster" Target="/ppt/notesMasters/notesMaster1.xml" Id="Rb6e75ba60d6f49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9fbe73f377426d" /><Relationship Type="http://schemas.openxmlformats.org/officeDocument/2006/relationships/notesMaster" Target="/ppt/notesMasters/notesMaster1.xml" Id="R1b212e1254c342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a34a2856da43f4" /><Relationship Type="http://schemas.openxmlformats.org/officeDocument/2006/relationships/notesMaster" Target="/ppt/notesMasters/notesMaster1.xml" Id="R47d426bfa04742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98b91f927b4415" /><Relationship Type="http://schemas.openxmlformats.org/officeDocument/2006/relationships/notesMaster" Target="/ppt/notesMasters/notesMaster1.xml" Id="Ree3bf59b08c048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91f3770b84416c" /><Relationship Type="http://schemas.openxmlformats.org/officeDocument/2006/relationships/notesMaster" Target="/ppt/notesMasters/notesMaster1.xml" Id="R0b39a74fd62144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Reconstructed editable slide based on user reference: ChatGPT Image Sep 29, 2026, 11_52_19 PM.png. Every visible content word is native editable PowerPoint text. Decorative artwork and text-free background texture remain cropped image assets. Original reference wording and demo values retained.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Reconstructed editable slide based on user reference: ChatGPT Image Sep 29, 2026, 11_52_04 PM.png. Every visible content word is native editable PowerPoint text. Decorative artwork and text-free background texture remain cropped image assets. Original reference wording and demo values retained.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Reconstructed editable slide based on user reference: ChatGPT Image Sep 29, 2026, 11_51_58 PM.png. Every visible content word is native editable PowerPoint text. Decorative artwork and text-free background texture remain cropped image assets. Original reference wording and demo values retained.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Reconstructed editable slide based on user reference: ChatGPT Image Sep 29, 2026, 11_51_50 PM.png. Every visible content word is native editable PowerPoint text. Decorative artwork and text-free background texture remain cropped image assets. Original reference wording and demo values retained.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Reconstructed editable slide based on user reference: ChatGPT Image Sep 29, 2026, 04_08_14 PM.png. Every visible content word is native editable PowerPoint text. Decorative artwork and text-free background texture remain cropped image assets. Original reference wording and demo values retained.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3a0f980f304b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05c5a841e54df8" /><Relationship Type="http://schemas.openxmlformats.org/officeDocument/2006/relationships/slideLayout" Target="/ppt/slideLayouts/slideLayout1.xml" Id="Rca2834273f444b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2834273f444b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ad00312af4c31" /><Relationship Type="http://schemas.openxmlformats.org/officeDocument/2006/relationships/image" Target="/ppt/media/image.png" Id="R5077a6c447f44581" /><Relationship Type="http://schemas.openxmlformats.org/officeDocument/2006/relationships/image" Target="/ppt/media/image2.png" Id="Rda44e9cad2394dd5" /><Relationship Type="http://schemas.openxmlformats.org/officeDocument/2006/relationships/image" Target="/ppt/media/image3.png" Id="Ra5e3d3df8ff04504" /><Relationship Type="http://schemas.openxmlformats.org/officeDocument/2006/relationships/image" Target="/ppt/media/image4.png" Id="R3dfbf1bff9f940ca" /><Relationship Type="http://schemas.openxmlformats.org/officeDocument/2006/relationships/image" Target="/ppt/media/image5.png" Id="Rad6dde226fe042c7" /><Relationship Type="http://schemas.openxmlformats.org/officeDocument/2006/relationships/image" Target="/ppt/media/image6.png" Id="R68307e90da904634" /><Relationship Type="http://schemas.openxmlformats.org/officeDocument/2006/relationships/image" Target="/ppt/media/image7.png" Id="Rdf03a9a414c249f3" /><Relationship Type="http://schemas.openxmlformats.org/officeDocument/2006/relationships/image" Target="/ppt/media/image8.png" Id="R1a2d0bef548949ab" /><Relationship Type="http://schemas.openxmlformats.org/officeDocument/2006/relationships/image" Target="/ppt/media/image9.png" Id="Ref21a3423cff4078" /><Relationship Type="http://schemas.openxmlformats.org/officeDocument/2006/relationships/image" Target="/ppt/media/image10.png" Id="R2c77cf967dde4880" /><Relationship Type="http://schemas.openxmlformats.org/officeDocument/2006/relationships/image" Target="/ppt/media/image11.png" Id="Rf4f76becff604108" /><Relationship Type="http://schemas.openxmlformats.org/officeDocument/2006/relationships/image" Target="/ppt/media/image12.png" Id="Rd6b52fac74fa4da5" /><Relationship Type="http://schemas.openxmlformats.org/officeDocument/2006/relationships/image" Target="/ppt/media/image13.png" Id="R98a8ffe917504b6a" /><Relationship Type="http://schemas.openxmlformats.org/officeDocument/2006/relationships/image" Target="/ppt/media/image14.png" Id="R0a774993fbca4386" /><Relationship Type="http://schemas.openxmlformats.org/officeDocument/2006/relationships/image" Target="/ppt/media/image15.png" Id="Rf581880e66ff4d00" /><Relationship Type="http://schemas.openxmlformats.org/officeDocument/2006/relationships/image" Target="/ppt/media/image16.png" Id="Re741016c48ba484e" /><Relationship Type="http://schemas.openxmlformats.org/officeDocument/2006/relationships/image" Target="/ppt/media/image17.png" Id="R20ff6d5c4d4340e2" /><Relationship Type="http://schemas.openxmlformats.org/officeDocument/2006/relationships/image" Target="/ppt/media/image18.png" Id="Rbe9729f16faa4d7c" /><Relationship Type="http://schemas.openxmlformats.org/officeDocument/2006/relationships/image" Target="/ppt/media/image19.png" Id="Rfaa9a7c5424648e6" /><Relationship Type="http://schemas.openxmlformats.org/officeDocument/2006/relationships/image" Target="/ppt/media/image20.png" Id="R5d4533cd8f254eca" /><Relationship Type="http://schemas.openxmlformats.org/officeDocument/2006/relationships/image" Target="/ppt/media/image21.png" Id="R4a99ba010eb8490b" /><Relationship Type="http://schemas.openxmlformats.org/officeDocument/2006/relationships/image" Target="/ppt/media/image22.png" Id="R53bbb9639afc41b1" /><Relationship Type="http://schemas.openxmlformats.org/officeDocument/2006/relationships/image" Target="/ppt/media/image23.png" Id="R877bc23b8e41417a" /><Relationship Type="http://schemas.openxmlformats.org/officeDocument/2006/relationships/image" Target="/ppt/media/image24.png" Id="R0aaa02a773c74400" /><Relationship Type="http://schemas.openxmlformats.org/officeDocument/2006/relationships/image" Target="/ppt/media/image25.png" Id="R469e7a3810a94a3f" /><Relationship Type="http://schemas.openxmlformats.org/officeDocument/2006/relationships/image" Target="/ppt/media/image26.png" Id="R2fd6448167f746b2" /><Relationship Type="http://schemas.openxmlformats.org/officeDocument/2006/relationships/image" Target="/ppt/media/image27.png" Id="R5e50893c33da4b6c" /><Relationship Type="http://schemas.openxmlformats.org/officeDocument/2006/relationships/image" Target="/ppt/media/image28.png" Id="R1d393ff22e2e4342" /><Relationship Type="http://schemas.openxmlformats.org/officeDocument/2006/relationships/image" Target="/ppt/media/image29.png" Id="R9dc1567a0d92415c" /><Relationship Type="http://schemas.openxmlformats.org/officeDocument/2006/relationships/image" Target="/ppt/media/image30.png" Id="Re23ae0b9d3ff4ced" /><Relationship Type="http://schemas.openxmlformats.org/officeDocument/2006/relationships/image" Target="/ppt/media/image31.png" Id="R584779cd0a6c46ae" /><Relationship Type="http://schemas.openxmlformats.org/officeDocument/2006/relationships/image" Target="/ppt/media/image32.png" Id="Raa12de933dd64d93" /><Relationship Type="http://schemas.openxmlformats.org/officeDocument/2006/relationships/image" Target="/ppt/media/image33.png" Id="R2db89c44a6754227" /><Relationship Type="http://schemas.openxmlformats.org/officeDocument/2006/relationships/image" Target="/ppt/media/image34.png" Id="Ra1dd97bcba514a41" /><Relationship Type="http://schemas.openxmlformats.org/officeDocument/2006/relationships/image" Target="/ppt/media/image35.png" Id="R2075cee66d5c455c" /><Relationship Type="http://schemas.openxmlformats.org/officeDocument/2006/relationships/image" Target="/ppt/media/image36.png" Id="Rfdb4c113afc8413d" /><Relationship Type="http://schemas.openxmlformats.org/officeDocument/2006/relationships/image" Target="/ppt/media/image37.png" Id="R79ece3faa87442bc" /><Relationship Type="http://schemas.openxmlformats.org/officeDocument/2006/relationships/image" Target="/ppt/media/image38.png" Id="R65a7c1e57a4b401a" /><Relationship Type="http://schemas.openxmlformats.org/officeDocument/2006/relationships/image" Target="/ppt/media/image39.png" Id="R3404ced90b684f5e" /><Relationship Type="http://schemas.openxmlformats.org/officeDocument/2006/relationships/image" Target="/ppt/media/image40.png" Id="R38971d21cd274871" /><Relationship Type="http://schemas.openxmlformats.org/officeDocument/2006/relationships/image" Target="/ppt/media/image41.png" Id="Ra3d64f040bae4498" /><Relationship Type="http://schemas.openxmlformats.org/officeDocument/2006/relationships/image" Target="/ppt/media/image42.png" Id="Rec5754c8522f4597" /><Relationship Type="http://schemas.openxmlformats.org/officeDocument/2006/relationships/image" Target="/ppt/media/image43.png" Id="R420aa95ad2034f2f" /><Relationship Type="http://schemas.openxmlformats.org/officeDocument/2006/relationships/image" Target="/ppt/media/image44.png" Id="Ra60c0984d48a417e" /><Relationship Type="http://schemas.openxmlformats.org/officeDocument/2006/relationships/image" Target="/ppt/media/image45.png" Id="R55e62bd1e4214e56" /><Relationship Type="http://schemas.openxmlformats.org/officeDocument/2006/relationships/image" Target="/ppt/media/image46.png" Id="Rdbe5e9ce18c947f3" /><Relationship Type="http://schemas.openxmlformats.org/officeDocument/2006/relationships/image" Target="/ppt/media/image47.png" Id="R794e346795c54960" /><Relationship Type="http://schemas.openxmlformats.org/officeDocument/2006/relationships/image" Target="/ppt/media/image48.png" Id="R52e9a565f9424e78" /><Relationship Type="http://schemas.openxmlformats.org/officeDocument/2006/relationships/image" Target="/ppt/media/image49.png" Id="R13ea9e54c5164aa0" /><Relationship Type="http://schemas.openxmlformats.org/officeDocument/2006/relationships/image" Target="/ppt/media/image50.png" Id="Rf8314beec81d4192" /><Relationship Type="http://schemas.openxmlformats.org/officeDocument/2006/relationships/image" Target="/ppt/media/image51.png" Id="Rd332e1b9dfa94895" /><Relationship Type="http://schemas.openxmlformats.org/officeDocument/2006/relationships/image" Target="/ppt/media/image52.png" Id="R95bae4bf95f7409a" /><Relationship Type="http://schemas.openxmlformats.org/officeDocument/2006/relationships/image" Target="/ppt/media/image53.png" Id="R3d00907b8c2c4ff9" /><Relationship Type="http://schemas.openxmlformats.org/officeDocument/2006/relationships/image" Target="/ppt/media/image54.png" Id="Rfc6b8f685d5240a9" /><Relationship Type="http://schemas.openxmlformats.org/officeDocument/2006/relationships/image" Target="/ppt/media/image55.png" Id="Ra72c68b080d34bde" /><Relationship Type="http://schemas.openxmlformats.org/officeDocument/2006/relationships/image" Target="/ppt/media/image56.png" Id="Rb3474d0f94ec4598" /><Relationship Type="http://schemas.openxmlformats.org/officeDocument/2006/relationships/image" Target="/ppt/media/image57.png" Id="R05e0250eb5c64747" /><Relationship Type="http://schemas.openxmlformats.org/officeDocument/2006/relationships/image" Target="/ppt/media/image58.png" Id="R8318892c6ceb4016" /><Relationship Type="http://schemas.openxmlformats.org/officeDocument/2006/relationships/image" Target="/ppt/media/image59.png" Id="Re1195545719740e9" /><Relationship Type="http://schemas.openxmlformats.org/officeDocument/2006/relationships/image" Target="/ppt/media/image60.png" Id="Ra684b85dc9254b0f" /><Relationship Type="http://schemas.openxmlformats.org/officeDocument/2006/relationships/notesSlide" Target="/ppt/notesSlides/notesSlide1.xml" Id="R7f1ad96848f14e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c0f08c880a4cff" /><Relationship Type="http://schemas.openxmlformats.org/officeDocument/2006/relationships/image" Target="/ppt/media/image61.png" Id="R86a787523ca24c41" /><Relationship Type="http://schemas.openxmlformats.org/officeDocument/2006/relationships/image" Target="/ppt/media/image62.png" Id="R64273bddd8104d24" /><Relationship Type="http://schemas.openxmlformats.org/officeDocument/2006/relationships/image" Target="/ppt/media/image63.png" Id="R9de73ceef92846f3" /><Relationship Type="http://schemas.openxmlformats.org/officeDocument/2006/relationships/image" Target="/ppt/media/image64.png" Id="R2f2189e800c34634" /><Relationship Type="http://schemas.openxmlformats.org/officeDocument/2006/relationships/image" Target="/ppt/media/image65.png" Id="R93a49056f8bf42e2" /><Relationship Type="http://schemas.openxmlformats.org/officeDocument/2006/relationships/image" Target="/ppt/media/image66.png" Id="R13de6459b1104327" /><Relationship Type="http://schemas.openxmlformats.org/officeDocument/2006/relationships/image" Target="/ppt/media/image67.png" Id="Rb856cb5d284945dd" /><Relationship Type="http://schemas.openxmlformats.org/officeDocument/2006/relationships/image" Target="/ppt/media/image68.png" Id="Rda49527f1ed544d1" /><Relationship Type="http://schemas.openxmlformats.org/officeDocument/2006/relationships/image" Target="/ppt/media/image69.png" Id="R9f8168304e594658" /><Relationship Type="http://schemas.openxmlformats.org/officeDocument/2006/relationships/image" Target="/ppt/media/image70.png" Id="R0c02c8565d4f4181" /><Relationship Type="http://schemas.openxmlformats.org/officeDocument/2006/relationships/image" Target="/ppt/media/image71.png" Id="R673010fc5ad643a1" /><Relationship Type="http://schemas.openxmlformats.org/officeDocument/2006/relationships/image" Target="/ppt/media/image72.png" Id="Raa7eb50363e24dfe" /><Relationship Type="http://schemas.openxmlformats.org/officeDocument/2006/relationships/image" Target="/ppt/media/image73.png" Id="R5cfa0933fc014cad" /><Relationship Type="http://schemas.openxmlformats.org/officeDocument/2006/relationships/image" Target="/ppt/media/image74.png" Id="R3d13cefb57584a7e" /><Relationship Type="http://schemas.openxmlformats.org/officeDocument/2006/relationships/image" Target="/ppt/media/image75.png" Id="R168b7e8267b0472a" /><Relationship Type="http://schemas.openxmlformats.org/officeDocument/2006/relationships/image" Target="/ppt/media/image76.png" Id="Rb4e795fee7114759" /><Relationship Type="http://schemas.openxmlformats.org/officeDocument/2006/relationships/image" Target="/ppt/media/image77.png" Id="Rf8b2b3cd613e46d4" /><Relationship Type="http://schemas.openxmlformats.org/officeDocument/2006/relationships/image" Target="/ppt/media/image78.png" Id="Reeabd14a42624f8e" /><Relationship Type="http://schemas.openxmlformats.org/officeDocument/2006/relationships/image" Target="/ppt/media/image79.png" Id="Ra6ebdde91d88496a" /><Relationship Type="http://schemas.openxmlformats.org/officeDocument/2006/relationships/image" Target="/ppt/media/image80.png" Id="R97942341041d40e8" /><Relationship Type="http://schemas.openxmlformats.org/officeDocument/2006/relationships/image" Target="/ppt/media/image81.png" Id="R38d5eb044d5a4447" /><Relationship Type="http://schemas.openxmlformats.org/officeDocument/2006/relationships/image" Target="/ppt/media/image82.png" Id="R5b98cf90a8d34308" /><Relationship Type="http://schemas.openxmlformats.org/officeDocument/2006/relationships/image" Target="/ppt/media/image83.png" Id="R437d5086fd304e54" /><Relationship Type="http://schemas.openxmlformats.org/officeDocument/2006/relationships/image" Target="/ppt/media/image84.png" Id="R55046578f7fb4aa2" /><Relationship Type="http://schemas.openxmlformats.org/officeDocument/2006/relationships/image" Target="/ppt/media/image85.png" Id="R8598c7181f5047c5" /><Relationship Type="http://schemas.openxmlformats.org/officeDocument/2006/relationships/image" Target="/ppt/media/image86.png" Id="R43a62536346e4875" /><Relationship Type="http://schemas.openxmlformats.org/officeDocument/2006/relationships/image" Target="/ppt/media/image87.png" Id="Ra98f47802961490f" /><Relationship Type="http://schemas.openxmlformats.org/officeDocument/2006/relationships/image" Target="/ppt/media/image88.png" Id="R69347a57c04842e9" /><Relationship Type="http://schemas.openxmlformats.org/officeDocument/2006/relationships/image" Target="/ppt/media/image89.png" Id="R522d338b3990434c" /><Relationship Type="http://schemas.openxmlformats.org/officeDocument/2006/relationships/image" Target="/ppt/media/image90.png" Id="Re6ff3cbe013c4ddd" /><Relationship Type="http://schemas.openxmlformats.org/officeDocument/2006/relationships/image" Target="/ppt/media/image91.png" Id="R6e6e441a99ad4030" /><Relationship Type="http://schemas.openxmlformats.org/officeDocument/2006/relationships/image" Target="/ppt/media/image92.png" Id="Ra55f78b3a4324d2a" /><Relationship Type="http://schemas.openxmlformats.org/officeDocument/2006/relationships/image" Target="/ppt/media/image93.png" Id="R90e9a64573c6456e" /><Relationship Type="http://schemas.openxmlformats.org/officeDocument/2006/relationships/image" Target="/ppt/media/image94.png" Id="R82cb87ae413b432c" /><Relationship Type="http://schemas.openxmlformats.org/officeDocument/2006/relationships/image" Target="/ppt/media/image95.png" Id="Rae9df6476c284714" /><Relationship Type="http://schemas.openxmlformats.org/officeDocument/2006/relationships/image" Target="/ppt/media/image96.png" Id="Rad973a7e31344283" /><Relationship Type="http://schemas.openxmlformats.org/officeDocument/2006/relationships/image" Target="/ppt/media/image97.png" Id="R618de979af074111" /><Relationship Type="http://schemas.openxmlformats.org/officeDocument/2006/relationships/image" Target="/ppt/media/image98.png" Id="R65b2d84d244c46bf" /><Relationship Type="http://schemas.openxmlformats.org/officeDocument/2006/relationships/image" Target="/ppt/media/image99.png" Id="R5e5cacdb14f04f78" /><Relationship Type="http://schemas.openxmlformats.org/officeDocument/2006/relationships/image" Target="/ppt/media/image100.png" Id="R48286a2497274642" /><Relationship Type="http://schemas.openxmlformats.org/officeDocument/2006/relationships/image" Target="/ppt/media/image101.png" Id="Re25603f9ae6e4e43" /><Relationship Type="http://schemas.openxmlformats.org/officeDocument/2006/relationships/image" Target="/ppt/media/image102.png" Id="R915caf9dc80c4d3c" /><Relationship Type="http://schemas.openxmlformats.org/officeDocument/2006/relationships/image" Target="/ppt/media/image103.png" Id="R006cdd024d2b4e97" /><Relationship Type="http://schemas.openxmlformats.org/officeDocument/2006/relationships/image" Target="/ppt/media/image104.png" Id="R65edaf7415594a2a" /><Relationship Type="http://schemas.openxmlformats.org/officeDocument/2006/relationships/image" Target="/ppt/media/image105.png" Id="Rb895d8224bd84c95" /><Relationship Type="http://schemas.openxmlformats.org/officeDocument/2006/relationships/image" Target="/ppt/media/image106.png" Id="Rf89456eecd2d47bd" /><Relationship Type="http://schemas.openxmlformats.org/officeDocument/2006/relationships/image" Target="/ppt/media/image107.png" Id="R63a75e87d429464a" /><Relationship Type="http://schemas.openxmlformats.org/officeDocument/2006/relationships/image" Target="/ppt/media/image108.png" Id="R7c11cf27adec4189" /><Relationship Type="http://schemas.openxmlformats.org/officeDocument/2006/relationships/image" Target="/ppt/media/image109.png" Id="R881a3eaf93914d85" /><Relationship Type="http://schemas.openxmlformats.org/officeDocument/2006/relationships/image" Target="/ppt/media/image110.png" Id="R62ffe02162ce4d30" /><Relationship Type="http://schemas.openxmlformats.org/officeDocument/2006/relationships/image" Target="/ppt/media/image111.png" Id="R587f551dcbad4bc2" /><Relationship Type="http://schemas.openxmlformats.org/officeDocument/2006/relationships/image" Target="/ppt/media/image112.png" Id="Rbf01b5131d32481b" /><Relationship Type="http://schemas.openxmlformats.org/officeDocument/2006/relationships/hyperlink" Target="https://athletixai.onrender.com" TargetMode="External" Id="Rea3c2196cfa7465d" /><Relationship Type="http://schemas.openxmlformats.org/officeDocument/2006/relationships/notesSlide" Target="/ppt/notesSlides/notesSlide2.xml" Id="R9002d00ab21847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e0fb6bfcc04b4c" /><Relationship Type="http://schemas.openxmlformats.org/officeDocument/2006/relationships/image" Target="/ppt/media/image113.png" Id="Rf10e222ebf8348c9" /><Relationship Type="http://schemas.openxmlformats.org/officeDocument/2006/relationships/image" Target="/ppt/media/image114.png" Id="Re8a1e4dbbddb4c9c" /><Relationship Type="http://schemas.openxmlformats.org/officeDocument/2006/relationships/image" Target="/ppt/media/image115.png" Id="Ref591bc6eaeb4253" /><Relationship Type="http://schemas.openxmlformats.org/officeDocument/2006/relationships/image" Target="/ppt/media/image116.png" Id="Rb2749fc7f6a8491a" /><Relationship Type="http://schemas.openxmlformats.org/officeDocument/2006/relationships/image" Target="/ppt/media/image117.png" Id="R0cd0749198504b6b" /><Relationship Type="http://schemas.openxmlformats.org/officeDocument/2006/relationships/image" Target="/ppt/media/image118.png" Id="R2f0d64c494a742c4" /><Relationship Type="http://schemas.openxmlformats.org/officeDocument/2006/relationships/image" Target="/ppt/media/image119.png" Id="R3adfd5b4f2ca4c7c" /><Relationship Type="http://schemas.openxmlformats.org/officeDocument/2006/relationships/image" Target="/ppt/media/image120.png" Id="R4cfe7c5045b140f4" /><Relationship Type="http://schemas.openxmlformats.org/officeDocument/2006/relationships/image" Target="/ppt/media/image121.png" Id="R9b9eead3ba854750" /><Relationship Type="http://schemas.openxmlformats.org/officeDocument/2006/relationships/image" Target="/ppt/media/image122.png" Id="R3f330ae5c80f42d8" /><Relationship Type="http://schemas.openxmlformats.org/officeDocument/2006/relationships/image" Target="/ppt/media/image123.png" Id="Rcd1d1b68c9e44bbb" /><Relationship Type="http://schemas.openxmlformats.org/officeDocument/2006/relationships/image" Target="/ppt/media/image124.png" Id="R2ac6b431a5e14685" /><Relationship Type="http://schemas.openxmlformats.org/officeDocument/2006/relationships/image" Target="/ppt/media/image125.png" Id="Ra0be0734eaca4a75" /><Relationship Type="http://schemas.openxmlformats.org/officeDocument/2006/relationships/image" Target="/ppt/media/image126.png" Id="Rb85b8f06f420426c" /><Relationship Type="http://schemas.openxmlformats.org/officeDocument/2006/relationships/image" Target="/ppt/media/image127.png" Id="R710ace51c9a74dfb" /><Relationship Type="http://schemas.openxmlformats.org/officeDocument/2006/relationships/image" Target="/ppt/media/image128.png" Id="R9ef8bc278e73409f" /><Relationship Type="http://schemas.openxmlformats.org/officeDocument/2006/relationships/image" Target="/ppt/media/image129.png" Id="R5e1f8413b29c4487" /><Relationship Type="http://schemas.openxmlformats.org/officeDocument/2006/relationships/image" Target="/ppt/media/image130.png" Id="Rff7ba17260b341bc" /><Relationship Type="http://schemas.openxmlformats.org/officeDocument/2006/relationships/image" Target="/ppt/media/image131.png" Id="R9c0ba08eac4b44a3" /><Relationship Type="http://schemas.openxmlformats.org/officeDocument/2006/relationships/image" Target="/ppt/media/image132.png" Id="Rbd9cc91e3a774e96" /><Relationship Type="http://schemas.openxmlformats.org/officeDocument/2006/relationships/image" Target="/ppt/media/image133.png" Id="R09bdbc64892a4be0" /><Relationship Type="http://schemas.openxmlformats.org/officeDocument/2006/relationships/image" Target="/ppt/media/image134.png" Id="R0eb16212ef6a42ee" /><Relationship Type="http://schemas.openxmlformats.org/officeDocument/2006/relationships/image" Target="/ppt/media/image135.png" Id="R87990c4f41d24f26" /><Relationship Type="http://schemas.openxmlformats.org/officeDocument/2006/relationships/image" Target="/ppt/media/image136.png" Id="Ra06b23fb7445450d" /><Relationship Type="http://schemas.openxmlformats.org/officeDocument/2006/relationships/image" Target="/ppt/media/image137.png" Id="Rb26e1ff94e5d48f0" /><Relationship Type="http://schemas.openxmlformats.org/officeDocument/2006/relationships/image" Target="/ppt/media/image138.png" Id="Ree9c8310bb4948da" /><Relationship Type="http://schemas.openxmlformats.org/officeDocument/2006/relationships/image" Target="/ppt/media/image139.png" Id="R6fe119c8f4224c73" /><Relationship Type="http://schemas.openxmlformats.org/officeDocument/2006/relationships/image" Target="/ppt/media/image140.png" Id="R95721f3d41b446ff" /><Relationship Type="http://schemas.openxmlformats.org/officeDocument/2006/relationships/image" Target="/ppt/media/image141.png" Id="R13a24e4b36664028" /><Relationship Type="http://schemas.openxmlformats.org/officeDocument/2006/relationships/image" Target="/ppt/media/image142.png" Id="R8b77c78904e7496f" /><Relationship Type="http://schemas.openxmlformats.org/officeDocument/2006/relationships/image" Target="/ppt/media/image143.png" Id="Rd7067c5dc2da420d" /><Relationship Type="http://schemas.openxmlformats.org/officeDocument/2006/relationships/image" Target="/ppt/media/image144.png" Id="Rbff882c4281245b5" /><Relationship Type="http://schemas.openxmlformats.org/officeDocument/2006/relationships/image" Target="/ppt/media/image145.png" Id="R8eff786ee35449b5" /><Relationship Type="http://schemas.openxmlformats.org/officeDocument/2006/relationships/image" Target="/ppt/media/image146.png" Id="Rf8f52e1d11cf46cc" /><Relationship Type="http://schemas.openxmlformats.org/officeDocument/2006/relationships/image" Target="/ppt/media/image147.png" Id="Rfd05d2ad732946ba" /><Relationship Type="http://schemas.openxmlformats.org/officeDocument/2006/relationships/image" Target="/ppt/media/image148.png" Id="R51a39e5bf7ef4543" /><Relationship Type="http://schemas.openxmlformats.org/officeDocument/2006/relationships/image" Target="/ppt/media/image149.png" Id="R1185a9bd469c4952" /><Relationship Type="http://schemas.openxmlformats.org/officeDocument/2006/relationships/image" Target="/ppt/media/image150.png" Id="R9eea9ddf017344a2" /><Relationship Type="http://schemas.openxmlformats.org/officeDocument/2006/relationships/image" Target="/ppt/media/image151.png" Id="Ra799db5232b2452d" /><Relationship Type="http://schemas.openxmlformats.org/officeDocument/2006/relationships/image" Target="/ppt/media/image152.png" Id="R0b4cf7b330934cfd" /><Relationship Type="http://schemas.openxmlformats.org/officeDocument/2006/relationships/image" Target="/ppt/media/image153.png" Id="Raeb89f5faba642bb" /><Relationship Type="http://schemas.openxmlformats.org/officeDocument/2006/relationships/image" Target="/ppt/media/image154.png" Id="R245df6268e7845b7" /><Relationship Type="http://schemas.openxmlformats.org/officeDocument/2006/relationships/image" Target="/ppt/media/image155.png" Id="Rf2b89884f3e84c42" /><Relationship Type="http://schemas.openxmlformats.org/officeDocument/2006/relationships/image" Target="/ppt/media/image156.png" Id="Re985838a92e44963" /><Relationship Type="http://schemas.openxmlformats.org/officeDocument/2006/relationships/image" Target="/ppt/media/image157.png" Id="R2721d3c5f813400d" /><Relationship Type="http://schemas.openxmlformats.org/officeDocument/2006/relationships/image" Target="/ppt/media/image158.png" Id="Ra0c95b44b3744fe8" /><Relationship Type="http://schemas.openxmlformats.org/officeDocument/2006/relationships/image" Target="/ppt/media/image159.png" Id="R61a9f9baea114cab" /><Relationship Type="http://schemas.openxmlformats.org/officeDocument/2006/relationships/image" Target="/ppt/media/image160.png" Id="R5de22a2ad40a4f4d" /><Relationship Type="http://schemas.openxmlformats.org/officeDocument/2006/relationships/image" Target="/ppt/media/image161.png" Id="Rbe0c51c0de1f4304" /><Relationship Type="http://schemas.openxmlformats.org/officeDocument/2006/relationships/image" Target="/ppt/media/image162.png" Id="R6e4d109231c54826" /><Relationship Type="http://schemas.openxmlformats.org/officeDocument/2006/relationships/hyperlink" Target="https://athletixai.onrender.com" TargetMode="External" Id="Rb26185e94bb14334" /><Relationship Type="http://schemas.openxmlformats.org/officeDocument/2006/relationships/notesSlide" Target="/ppt/notesSlides/notesSlide3.xml" Id="Rf807b060657e4d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2cdd2e976d4b67" /><Relationship Type="http://schemas.openxmlformats.org/officeDocument/2006/relationships/image" Target="/ppt/media/image163.png" Id="R398fbeb1cae44981" /><Relationship Type="http://schemas.openxmlformats.org/officeDocument/2006/relationships/image" Target="/ppt/media/image164.png" Id="R0afaac2f2a444b6a" /><Relationship Type="http://schemas.openxmlformats.org/officeDocument/2006/relationships/image" Target="/ppt/media/image165.png" Id="R7bab0747dfbe41e7" /><Relationship Type="http://schemas.openxmlformats.org/officeDocument/2006/relationships/image" Target="/ppt/media/image166.png" Id="Rb85f1afdb38d4af7" /><Relationship Type="http://schemas.openxmlformats.org/officeDocument/2006/relationships/image" Target="/ppt/media/image167.png" Id="Raaea13cb21414bf3" /><Relationship Type="http://schemas.openxmlformats.org/officeDocument/2006/relationships/image" Target="/ppt/media/image168.png" Id="Rd9ce78079ead4966" /><Relationship Type="http://schemas.openxmlformats.org/officeDocument/2006/relationships/image" Target="/ppt/media/image169.png" Id="R8e635bda2dc5486b" /><Relationship Type="http://schemas.openxmlformats.org/officeDocument/2006/relationships/image" Target="/ppt/media/image170.png" Id="R5bd94c1aefbc462b" /><Relationship Type="http://schemas.openxmlformats.org/officeDocument/2006/relationships/image" Target="/ppt/media/image171.png" Id="R7c413a4e62064486" /><Relationship Type="http://schemas.openxmlformats.org/officeDocument/2006/relationships/image" Target="/ppt/media/image172.png" Id="R8c81b323db634bce" /><Relationship Type="http://schemas.openxmlformats.org/officeDocument/2006/relationships/image" Target="/ppt/media/image173.png" Id="Rbafe00b2b5d543a1" /><Relationship Type="http://schemas.openxmlformats.org/officeDocument/2006/relationships/image" Target="/ppt/media/image174.png" Id="R66120dfad7da412a" /><Relationship Type="http://schemas.openxmlformats.org/officeDocument/2006/relationships/image" Target="/ppt/media/image175.png" Id="R19a087305662494e" /><Relationship Type="http://schemas.openxmlformats.org/officeDocument/2006/relationships/image" Target="/ppt/media/image176.png" Id="Rf10cab4ee9294a70" /><Relationship Type="http://schemas.openxmlformats.org/officeDocument/2006/relationships/image" Target="/ppt/media/image177.png" Id="R232329d1e83b4b59" /><Relationship Type="http://schemas.openxmlformats.org/officeDocument/2006/relationships/image" Target="/ppt/media/image178.png" Id="Rfdb257c1ea464ebd" /><Relationship Type="http://schemas.openxmlformats.org/officeDocument/2006/relationships/image" Target="/ppt/media/image179.png" Id="Rd580d266eabc4774" /><Relationship Type="http://schemas.openxmlformats.org/officeDocument/2006/relationships/image" Target="/ppt/media/image180.png" Id="Rb6fabd20132b4efe" /><Relationship Type="http://schemas.openxmlformats.org/officeDocument/2006/relationships/image" Target="/ppt/media/image181.png" Id="Rf5d92c56d30846f2" /><Relationship Type="http://schemas.openxmlformats.org/officeDocument/2006/relationships/image" Target="/ppt/media/image182.png" Id="R4092e09b40764f00" /><Relationship Type="http://schemas.openxmlformats.org/officeDocument/2006/relationships/image" Target="/ppt/media/image183.png" Id="R9fcdcc6dcc9446c4" /><Relationship Type="http://schemas.openxmlformats.org/officeDocument/2006/relationships/image" Target="/ppt/media/image184.png" Id="Reaed7b227c7244f0" /><Relationship Type="http://schemas.openxmlformats.org/officeDocument/2006/relationships/image" Target="/ppt/media/image185.png" Id="Rf6d567e0d89f4773" /><Relationship Type="http://schemas.openxmlformats.org/officeDocument/2006/relationships/image" Target="/ppt/media/image186.png" Id="R140d4fe7a21a4465" /><Relationship Type="http://schemas.openxmlformats.org/officeDocument/2006/relationships/image" Target="/ppt/media/image187.png" Id="R5f89369a477c422f" /><Relationship Type="http://schemas.openxmlformats.org/officeDocument/2006/relationships/image" Target="/ppt/media/image188.png" Id="R28a29adab72e448b" /><Relationship Type="http://schemas.openxmlformats.org/officeDocument/2006/relationships/image" Target="/ppt/media/image189.png" Id="R6fd6b6a4c05b4bb2" /><Relationship Type="http://schemas.openxmlformats.org/officeDocument/2006/relationships/image" Target="/ppt/media/image190.png" Id="Ra955648f39a740a9" /><Relationship Type="http://schemas.openxmlformats.org/officeDocument/2006/relationships/image" Target="/ppt/media/image191.png" Id="R0abc7f4334234669" /><Relationship Type="http://schemas.openxmlformats.org/officeDocument/2006/relationships/image" Target="/ppt/media/image192.png" Id="R701fcb9aced94cc3" /><Relationship Type="http://schemas.openxmlformats.org/officeDocument/2006/relationships/image" Target="/ppt/media/image193.png" Id="R36035b0be6bf4d5c" /><Relationship Type="http://schemas.openxmlformats.org/officeDocument/2006/relationships/image" Target="/ppt/media/image194.png" Id="Rd5881dc1339b4b55" /><Relationship Type="http://schemas.openxmlformats.org/officeDocument/2006/relationships/image" Target="/ppt/media/image195.png" Id="R02fdbafc20e84f04" /><Relationship Type="http://schemas.openxmlformats.org/officeDocument/2006/relationships/image" Target="/ppt/media/image196.png" Id="R13d0b7df7e2948fe" /><Relationship Type="http://schemas.openxmlformats.org/officeDocument/2006/relationships/image" Target="/ppt/media/image197.png" Id="R72649c68c6db46bb" /><Relationship Type="http://schemas.openxmlformats.org/officeDocument/2006/relationships/image" Target="/ppt/media/image198.png" Id="R748c62fdb9ed4ee2" /><Relationship Type="http://schemas.openxmlformats.org/officeDocument/2006/relationships/image" Target="/ppt/media/image199.png" Id="R4458f9903d734a35" /><Relationship Type="http://schemas.openxmlformats.org/officeDocument/2006/relationships/image" Target="/ppt/media/image200.png" Id="R9d229852e7e9456f" /><Relationship Type="http://schemas.openxmlformats.org/officeDocument/2006/relationships/image" Target="/ppt/media/image201.png" Id="Rb6ad827fd5dc4948" /><Relationship Type="http://schemas.openxmlformats.org/officeDocument/2006/relationships/image" Target="/ppt/media/image202.png" Id="R5dbca6533dba459f" /><Relationship Type="http://schemas.openxmlformats.org/officeDocument/2006/relationships/image" Target="/ppt/media/image203.png" Id="R45838d8ccbe347f6" /><Relationship Type="http://schemas.openxmlformats.org/officeDocument/2006/relationships/image" Target="/ppt/media/image204.png" Id="Rd6f653ad507c4c68" /><Relationship Type="http://schemas.openxmlformats.org/officeDocument/2006/relationships/image" Target="/ppt/media/image205.png" Id="Rd0f0b32afd0147b5" /><Relationship Type="http://schemas.openxmlformats.org/officeDocument/2006/relationships/image" Target="/ppt/media/image206.png" Id="Re29eee7f05b64f5f" /><Relationship Type="http://schemas.openxmlformats.org/officeDocument/2006/relationships/image" Target="/ppt/media/image207.png" Id="Red3127fd9dc845d4" /><Relationship Type="http://schemas.openxmlformats.org/officeDocument/2006/relationships/image" Target="/ppt/media/image208.png" Id="R3c0e24fbf7cb4a19" /><Relationship Type="http://schemas.openxmlformats.org/officeDocument/2006/relationships/image" Target="/ppt/media/image209.png" Id="R2619ffec75a44bbf" /><Relationship Type="http://schemas.openxmlformats.org/officeDocument/2006/relationships/image" Target="/ppt/media/image210.png" Id="R883f530f388944c6" /><Relationship Type="http://schemas.openxmlformats.org/officeDocument/2006/relationships/image" Target="/ppt/media/image211.png" Id="R1aa04cab219745a6" /><Relationship Type="http://schemas.openxmlformats.org/officeDocument/2006/relationships/hyperlink" Target="https://athletixai.onrender.com" TargetMode="External" Id="R806bf048c53641d3" /><Relationship Type="http://schemas.openxmlformats.org/officeDocument/2006/relationships/notesSlide" Target="/ppt/notesSlides/notesSlide4.xml" Id="R10a369121a9544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bbe3f8d7e2415a" /><Relationship Type="http://schemas.openxmlformats.org/officeDocument/2006/relationships/image" Target="/ppt/media/image212.png" Id="Rad700cacdade4c96" /><Relationship Type="http://schemas.openxmlformats.org/officeDocument/2006/relationships/image" Target="/ppt/media/image213.png" Id="R2016b08186824bf5" /><Relationship Type="http://schemas.openxmlformats.org/officeDocument/2006/relationships/image" Target="/ppt/media/image214.png" Id="R1b81c6e13ea34424" /><Relationship Type="http://schemas.openxmlformats.org/officeDocument/2006/relationships/image" Target="/ppt/media/image215.png" Id="R67a47aa9fc714203" /><Relationship Type="http://schemas.openxmlformats.org/officeDocument/2006/relationships/image" Target="/ppt/media/image216.png" Id="Rf3225b637f2a496c" /><Relationship Type="http://schemas.openxmlformats.org/officeDocument/2006/relationships/image" Target="/ppt/media/image217.png" Id="R91af9a5346f04de4" /><Relationship Type="http://schemas.openxmlformats.org/officeDocument/2006/relationships/image" Target="/ppt/media/image218.png" Id="Rb50b4d517360491c" /><Relationship Type="http://schemas.openxmlformats.org/officeDocument/2006/relationships/image" Target="/ppt/media/image219.png" Id="R68e18404d9954107" /><Relationship Type="http://schemas.openxmlformats.org/officeDocument/2006/relationships/image" Target="/ppt/media/image220.png" Id="R51ee473293ab4b14" /><Relationship Type="http://schemas.openxmlformats.org/officeDocument/2006/relationships/image" Target="/ppt/media/image221.png" Id="R9c30bdbce26441ec" /><Relationship Type="http://schemas.openxmlformats.org/officeDocument/2006/relationships/image" Target="/ppt/media/image222.png" Id="R3eb219ab130b4088" /><Relationship Type="http://schemas.openxmlformats.org/officeDocument/2006/relationships/image" Target="/ppt/media/image223.png" Id="R3a931a56d16543dc" /><Relationship Type="http://schemas.openxmlformats.org/officeDocument/2006/relationships/image" Target="/ppt/media/image224.png" Id="Re66f3145498a42ae" /><Relationship Type="http://schemas.openxmlformats.org/officeDocument/2006/relationships/image" Target="/ppt/media/image225.png" Id="R301e3c73ce61433f" /><Relationship Type="http://schemas.openxmlformats.org/officeDocument/2006/relationships/image" Target="/ppt/media/image226.png" Id="R61fd108c8755457c" /><Relationship Type="http://schemas.openxmlformats.org/officeDocument/2006/relationships/image" Target="/ppt/media/image227.png" Id="R74e363e099c946f6" /><Relationship Type="http://schemas.openxmlformats.org/officeDocument/2006/relationships/image" Target="/ppt/media/image228.png" Id="R25957bbb3caf4c88" /><Relationship Type="http://schemas.openxmlformats.org/officeDocument/2006/relationships/image" Target="/ppt/media/image229.png" Id="Rc28035a3a9b24ccb" /><Relationship Type="http://schemas.openxmlformats.org/officeDocument/2006/relationships/image" Target="/ppt/media/image230.png" Id="R9866b6aeeebe4c80" /><Relationship Type="http://schemas.openxmlformats.org/officeDocument/2006/relationships/image" Target="/ppt/media/image231.png" Id="R3c209e8db2354ea4" /><Relationship Type="http://schemas.openxmlformats.org/officeDocument/2006/relationships/image" Target="/ppt/media/image232.png" Id="R6deb424faf6c4ce7" /><Relationship Type="http://schemas.openxmlformats.org/officeDocument/2006/relationships/image" Target="/ppt/media/image233.png" Id="R85e72deaf7e14d87" /><Relationship Type="http://schemas.openxmlformats.org/officeDocument/2006/relationships/image" Target="/ppt/media/image234.png" Id="R1d149560c4d84ac5" /><Relationship Type="http://schemas.openxmlformats.org/officeDocument/2006/relationships/image" Target="/ppt/media/image235.png" Id="R82682aca32264e90" /><Relationship Type="http://schemas.openxmlformats.org/officeDocument/2006/relationships/image" Target="/ppt/media/image236.png" Id="Rd321056456e04690" /><Relationship Type="http://schemas.openxmlformats.org/officeDocument/2006/relationships/image" Target="/ppt/media/image237.png" Id="R4e79501357534f2b" /><Relationship Type="http://schemas.openxmlformats.org/officeDocument/2006/relationships/image" Target="/ppt/media/image238.png" Id="Rbf0f3e7475d34284" /><Relationship Type="http://schemas.openxmlformats.org/officeDocument/2006/relationships/image" Target="/ppt/media/image239.png" Id="R854f923623534b34" /><Relationship Type="http://schemas.openxmlformats.org/officeDocument/2006/relationships/image" Target="/ppt/media/image240.png" Id="R6ee9350fecf54662" /><Relationship Type="http://schemas.openxmlformats.org/officeDocument/2006/relationships/image" Target="/ppt/media/image241.png" Id="R2ee0e60e3d3f4db4" /><Relationship Type="http://schemas.openxmlformats.org/officeDocument/2006/relationships/image" Target="/ppt/media/image242.png" Id="R6865e450dea04ea3" /><Relationship Type="http://schemas.openxmlformats.org/officeDocument/2006/relationships/image" Target="/ppt/media/image243.png" Id="R40c7b11f1adb4d5b" /><Relationship Type="http://schemas.openxmlformats.org/officeDocument/2006/relationships/image" Target="/ppt/media/image244.png" Id="Rd261c6fad1654fd6" /><Relationship Type="http://schemas.openxmlformats.org/officeDocument/2006/relationships/image" Target="/ppt/media/image245.png" Id="R1926848516b94676" /><Relationship Type="http://schemas.openxmlformats.org/officeDocument/2006/relationships/image" Target="/ppt/media/image246.png" Id="Reb0a410d06db46b8" /><Relationship Type="http://schemas.openxmlformats.org/officeDocument/2006/relationships/hyperlink" Target="https://ai.google.dev/edge/mediapipe" TargetMode="External" Id="R95dc6bba69cc4645" /><Relationship Type="http://schemas.openxmlformats.org/officeDocument/2006/relationships/image" Target="/ppt/media/image247.png" Id="Ra36eb649e9414b06" /><Relationship Type="http://schemas.openxmlformats.org/officeDocument/2006/relationships/hyperlink" Target="https://arxiv.org/abs/2006.10204" TargetMode="External" Id="R7b8fce6905234c27" /><Relationship Type="http://schemas.openxmlformats.org/officeDocument/2006/relationships/image" Target="/ppt/media/image248.png" Id="R375ed1af6f964d44" /><Relationship Type="http://schemas.openxmlformats.org/officeDocument/2006/relationships/hyperlink" Target="https://www.nist.gov/itl/ai-risk-management-framework" TargetMode="External" Id="Rdcf713e220fd44a0" /><Relationship Type="http://schemas.openxmlformats.org/officeDocument/2006/relationships/image" Target="/ppt/media/image249.png" Id="R616eed09a5424cda" /><Relationship Type="http://schemas.openxmlformats.org/officeDocument/2006/relationships/image" Target="/ppt/media/image250.png" Id="R2b7f9e253edf4c01" /><Relationship Type="http://schemas.openxmlformats.org/officeDocument/2006/relationships/image" Target="/ppt/media/image251.png" Id="R722219b12e0f4c12" /><Relationship Type="http://schemas.openxmlformats.org/officeDocument/2006/relationships/hyperlink" Target="https://kheloindia.gov.in" TargetMode="External" Id="Re24005be3a424ee2" /><Relationship Type="http://schemas.openxmlformats.org/officeDocument/2006/relationships/image" Target="/ppt/media/image252.png" Id="R56391dc845a44fd4" /><Relationship Type="http://schemas.openxmlformats.org/officeDocument/2006/relationships/image" Target="/ppt/media/image253.png" Id="R3f3ab21545a7471f" /><Relationship Type="http://schemas.openxmlformats.org/officeDocument/2006/relationships/image" Target="/ppt/media/image254.png" Id="R75999e02521f4a1a" /><Relationship Type="http://schemas.openxmlformats.org/officeDocument/2006/relationships/image" Target="/ppt/media/image255.png" Id="R8fe375514dec42f4" /><Relationship Type="http://schemas.openxmlformats.org/officeDocument/2006/relationships/image" Target="/ppt/media/image256.png" Id="R9c515a4e4d4e46f1" /><Relationship Type="http://schemas.openxmlformats.org/officeDocument/2006/relationships/image" Target="/ppt/media/image257.png" Id="Rd6d5f5b1d587483c" /><Relationship Type="http://schemas.openxmlformats.org/officeDocument/2006/relationships/image" Target="/ppt/media/image258.png" Id="R168fc34cac9449ba" /><Relationship Type="http://schemas.openxmlformats.org/officeDocument/2006/relationships/image" Target="/ppt/media/image259.png" Id="Ra26264a3025948a9" /><Relationship Type="http://schemas.openxmlformats.org/officeDocument/2006/relationships/image" Target="/ppt/media/image260.png" Id="R43cca04a7b574fe7" /><Relationship Type="http://schemas.openxmlformats.org/officeDocument/2006/relationships/image" Target="/ppt/media/image261.png" Id="R28836d4fefb24686" /><Relationship Type="http://schemas.openxmlformats.org/officeDocument/2006/relationships/image" Target="/ppt/media/image262.png" Id="Rc97c87c8c7ff498a" /><Relationship Type="http://schemas.openxmlformats.org/officeDocument/2006/relationships/image" Target="/ppt/media/image263.png" Id="R745e201ec1094d31" /><Relationship Type="http://schemas.openxmlformats.org/officeDocument/2006/relationships/image" Target="/ppt/media/image264.png" Id="R008925c5a90f4f28" /><Relationship Type="http://schemas.openxmlformats.org/officeDocument/2006/relationships/image" Target="/ppt/media/image265.png" Id="R24ddd9a1e3d94f36" /><Relationship Type="http://schemas.openxmlformats.org/officeDocument/2006/relationships/image" Target="/ppt/media/image266.png" Id="R7f0e32f63bc540db" /><Relationship Type="http://schemas.openxmlformats.org/officeDocument/2006/relationships/hyperlink" Target="https://athletixai.onrender.com" TargetMode="External" Id="R7c18c8b59f3e413f" /><Relationship Type="http://schemas.openxmlformats.org/officeDocument/2006/relationships/image" Target="/ppt/media/image267.png" Id="Rfd1ccdf01015419e" /><Relationship Type="http://schemas.openxmlformats.org/officeDocument/2006/relationships/hyperlink" Target="https://github.com/manthandhanraj/AthletixAI" TargetMode="External" Id="Red70880e606949e8" /><Relationship Type="http://schemas.openxmlformats.org/officeDocument/2006/relationships/image" Target="/ppt/media/image268.png" Id="R546baeb255e543a1" /><Relationship Type="http://schemas.openxmlformats.org/officeDocument/2006/relationships/notesSlide" Target="/ppt/notesSlides/notesSlide5.xml" Id="Rf6c90129dba94c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15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77a6c447f44581"/>
          <a:stretch xmlns:a="http://schemas.openxmlformats.org/drawingml/2006/main"/>
        </p:blipFill>
        <p:spPr>
          <a:xfrm xmlns:a="http://schemas.openxmlformats.org/drawingml/2006/main">
            <a:off x="0" y="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44e9cad2394dd5"/>
          <a:stretch xmlns:a="http://schemas.openxmlformats.org/drawingml/2006/main"/>
        </p:blipFill>
        <p:spPr>
          <a:xfrm xmlns:a="http://schemas.openxmlformats.org/drawingml/2006/main">
            <a:off x="0" y="2952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e3d3df8ff04504"/>
          <a:stretch xmlns:a="http://schemas.openxmlformats.org/drawingml/2006/main"/>
        </p:blipFill>
        <p:spPr>
          <a:xfrm xmlns:a="http://schemas.openxmlformats.org/drawingml/2006/main">
            <a:off x="0" y="5905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fbf1bff9f940ca"/>
          <a:stretch xmlns:a="http://schemas.openxmlformats.org/drawingml/2006/main"/>
        </p:blipFill>
        <p:spPr>
          <a:xfrm xmlns:a="http://schemas.openxmlformats.org/drawingml/2006/main">
            <a:off x="0" y="8858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6dde226fe042c7"/>
          <a:stretch xmlns:a="http://schemas.openxmlformats.org/drawingml/2006/main"/>
        </p:blipFill>
        <p:spPr>
          <a:xfrm xmlns:a="http://schemas.openxmlformats.org/drawingml/2006/main">
            <a:off x="0" y="11811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307e90da904634"/>
          <a:stretch xmlns:a="http://schemas.openxmlformats.org/drawingml/2006/main"/>
        </p:blipFill>
        <p:spPr>
          <a:xfrm xmlns:a="http://schemas.openxmlformats.org/drawingml/2006/main">
            <a:off x="0" y="14763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03a9a414c249f3"/>
          <a:stretch xmlns:a="http://schemas.openxmlformats.org/drawingml/2006/main"/>
        </p:blipFill>
        <p:spPr>
          <a:xfrm xmlns:a="http://schemas.openxmlformats.org/drawingml/2006/main">
            <a:off x="0" y="17716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2d0bef548949ab"/>
          <a:stretch xmlns:a="http://schemas.openxmlformats.org/drawingml/2006/main"/>
        </p:blipFill>
        <p:spPr>
          <a:xfrm xmlns:a="http://schemas.openxmlformats.org/drawingml/2006/main">
            <a:off x="0" y="20669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21a3423cff4078"/>
          <a:stretch xmlns:a="http://schemas.openxmlformats.org/drawingml/2006/main"/>
        </p:blipFill>
        <p:spPr>
          <a:xfrm xmlns:a="http://schemas.openxmlformats.org/drawingml/2006/main">
            <a:off x="0" y="23622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77cf967dde4880"/>
          <a:stretch xmlns:a="http://schemas.openxmlformats.org/drawingml/2006/main"/>
        </p:blipFill>
        <p:spPr>
          <a:xfrm xmlns:a="http://schemas.openxmlformats.org/drawingml/2006/main">
            <a:off x="0" y="26574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f76becff604108"/>
          <a:stretch xmlns:a="http://schemas.openxmlformats.org/drawingml/2006/main"/>
        </p:blipFill>
        <p:spPr>
          <a:xfrm xmlns:a="http://schemas.openxmlformats.org/drawingml/2006/main">
            <a:off x="0" y="29527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b52fac74fa4da5"/>
          <a:stretch xmlns:a="http://schemas.openxmlformats.org/drawingml/2006/main"/>
        </p:blipFill>
        <p:spPr>
          <a:xfrm xmlns:a="http://schemas.openxmlformats.org/drawingml/2006/main">
            <a:off x="0" y="32480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a8ffe917504b6a"/>
          <a:stretch xmlns:a="http://schemas.openxmlformats.org/drawingml/2006/main"/>
        </p:blipFill>
        <p:spPr>
          <a:xfrm xmlns:a="http://schemas.openxmlformats.org/drawingml/2006/main">
            <a:off x="0" y="35433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774993fbca4386"/>
          <a:stretch xmlns:a="http://schemas.openxmlformats.org/drawingml/2006/main"/>
        </p:blipFill>
        <p:spPr>
          <a:xfrm xmlns:a="http://schemas.openxmlformats.org/drawingml/2006/main">
            <a:off x="0" y="38385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81880e66ff4d00"/>
          <a:stretch xmlns:a="http://schemas.openxmlformats.org/drawingml/2006/main"/>
        </p:blipFill>
        <p:spPr>
          <a:xfrm xmlns:a="http://schemas.openxmlformats.org/drawingml/2006/main">
            <a:off x="0" y="41338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41016c48ba484e"/>
          <a:stretch xmlns:a="http://schemas.openxmlformats.org/drawingml/2006/main"/>
        </p:blipFill>
        <p:spPr>
          <a:xfrm xmlns:a="http://schemas.openxmlformats.org/drawingml/2006/main">
            <a:off x="0" y="44291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ff6d5c4d4340e2"/>
          <a:stretch xmlns:a="http://schemas.openxmlformats.org/drawingml/2006/main"/>
        </p:blipFill>
        <p:spPr>
          <a:xfrm xmlns:a="http://schemas.openxmlformats.org/drawingml/2006/main">
            <a:off x="0" y="47244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9729f16faa4d7c"/>
          <a:stretch xmlns:a="http://schemas.openxmlformats.org/drawingml/2006/main"/>
        </p:blipFill>
        <p:spPr>
          <a:xfrm xmlns:a="http://schemas.openxmlformats.org/drawingml/2006/main">
            <a:off x="0" y="50196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a9a7c5424648e6"/>
          <a:stretch xmlns:a="http://schemas.openxmlformats.org/drawingml/2006/main"/>
        </p:blipFill>
        <p:spPr>
          <a:xfrm xmlns:a="http://schemas.openxmlformats.org/drawingml/2006/main">
            <a:off x="0" y="53149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4533cd8f254eca"/>
          <a:stretch xmlns:a="http://schemas.openxmlformats.org/drawingml/2006/main"/>
        </p:blipFill>
        <p:spPr>
          <a:xfrm xmlns:a="http://schemas.openxmlformats.org/drawingml/2006/main">
            <a:off x="0" y="56102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99ba010eb8490b"/>
          <a:stretch xmlns:a="http://schemas.openxmlformats.org/drawingml/2006/main"/>
        </p:blipFill>
        <p:spPr>
          <a:xfrm xmlns:a="http://schemas.openxmlformats.org/drawingml/2006/main">
            <a:off x="0" y="59055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bbb9639afc41b1"/>
          <a:stretch xmlns:a="http://schemas.openxmlformats.org/drawingml/2006/main"/>
        </p:blipFill>
        <p:spPr>
          <a:xfrm xmlns:a="http://schemas.openxmlformats.org/drawingml/2006/main">
            <a:off x="0" y="62007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7bc23b8e41417a"/>
          <a:stretch xmlns:a="http://schemas.openxmlformats.org/drawingml/2006/main"/>
        </p:blipFill>
        <p:spPr>
          <a:xfrm xmlns:a="http://schemas.openxmlformats.org/drawingml/2006/main">
            <a:off x="0" y="64960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aa02a773c74400"/>
          <a:stretch xmlns:a="http://schemas.openxmlformats.org/drawingml/2006/main"/>
        </p:blipFill>
        <p:spPr>
          <a:xfrm xmlns:a="http://schemas.openxmlformats.org/drawingml/2006/main">
            <a:off x="0" y="67913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9e7a3810a94a3f"/>
          <a:stretch xmlns:a="http://schemas.openxmlformats.org/drawingml/2006/main"/>
        </p:blipFill>
        <p:spPr>
          <a:xfrm xmlns:a="http://schemas.openxmlformats.org/drawingml/2006/main">
            <a:off x="0" y="70866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d6448167f746b2"/>
          <a:stretch xmlns:a="http://schemas.openxmlformats.org/drawingml/2006/main"/>
        </p:blipFill>
        <p:spPr>
          <a:xfrm xmlns:a="http://schemas.openxmlformats.org/drawingml/2006/main">
            <a:off x="0" y="73818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50893c33da4b6c"/>
          <a:stretch xmlns:a="http://schemas.openxmlformats.org/drawingml/2006/main"/>
        </p:blipFill>
        <p:spPr>
          <a:xfrm xmlns:a="http://schemas.openxmlformats.org/drawingml/2006/main">
            <a:off x="0" y="76771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393ff22e2e4342"/>
          <a:stretch xmlns:a="http://schemas.openxmlformats.org/drawingml/2006/main"/>
        </p:blipFill>
        <p:spPr>
          <a:xfrm xmlns:a="http://schemas.openxmlformats.org/drawingml/2006/main">
            <a:off x="0" y="79724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c1567a0d92415c"/>
          <a:stretch xmlns:a="http://schemas.openxmlformats.org/drawingml/2006/main"/>
        </p:blipFill>
        <p:spPr>
          <a:xfrm xmlns:a="http://schemas.openxmlformats.org/drawingml/2006/main">
            <a:off x="0" y="82677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3ae0b9d3ff4ced"/>
          <a:stretch xmlns:a="http://schemas.openxmlformats.org/drawingml/2006/main"/>
        </p:blipFill>
        <p:spPr>
          <a:xfrm xmlns:a="http://schemas.openxmlformats.org/drawingml/2006/main">
            <a:off x="0" y="85629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4779cd0a6c46ae"/>
          <a:stretch xmlns:a="http://schemas.openxmlformats.org/drawingml/2006/main"/>
        </p:blipFill>
        <p:spPr>
          <a:xfrm xmlns:a="http://schemas.openxmlformats.org/drawingml/2006/main">
            <a:off x="5137355" y="8858250"/>
            <a:ext cx="5651090" cy="104775"/>
          </a:xfrm>
          <a:prstGeom xmlns:a="http://schemas.openxmlformats.org/drawingml/2006/main" prst="rect">
            <a:avLst/>
          </a:prstGeom>
        </p:spPr>
      </p:pic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12de933dd64d93"/>
          <a:stretch xmlns:a="http://schemas.openxmlformats.org/drawingml/2006/main"/>
        </p:blipFill>
        <p:spPr>
          <a:xfrm xmlns:a="http://schemas.openxmlformats.org/drawingml/2006/main">
            <a:off x="381000" y="247650"/>
            <a:ext cx="581025" cy="619125"/>
          </a:xfrm>
          <a:prstGeom xmlns:a="http://schemas.openxmlformats.org/drawingml/2006/main" prst="rect">
            <a:avLst/>
          </a:prstGeom>
        </p:spPr>
      </p:pic>
      <p:sp>
        <p:nvSpPr>
          <p:cNvPr id="33" name="Text 1: AthletixAI">
            <a:extLst xmlns:a="http://schemas.openxmlformats.org/drawingml/2006/main">
              <a:ext uri="{FF2B5EF4-FFF2-40B4-BE49-F238E27FC236}">
                <a16:creationId xmlns:a16="http://schemas.microsoft.com/office/drawing/2014/main" id="{838035A1-02EE-44B4-8A00-FC91DD05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66700"/>
            <a:ext cx="23050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8FA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8FAFF"/>
                </a:solidFill>
                <a:latin typeface="Arial"/>
                <a:ea typeface="Arial"/>
                <a:cs typeface="Arial"/>
              </a:rPr>
              <a:t>Athletix</a:t>
            </a:r>
            <a:r>
              <a:rPr sz="3075" b="1">
                <a:solidFill>
                  <a:srgbClr val="20E7FA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34" name="Text 2: A I  S P O R T S  T A L E N T  P L A T F O R M">
            <a:extLst xmlns:a="http://schemas.openxmlformats.org/drawingml/2006/main">
              <a:ext uri="{FF2B5EF4-FFF2-40B4-BE49-F238E27FC236}">
                <a16:creationId xmlns:a16="http://schemas.microsoft.com/office/drawing/2014/main" id="{3FEB12E1-55D8-4BB4-B95D-AFA29BE4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762000"/>
            <a:ext cx="2762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 I  S P O R T S  T A L E N T  P L A T F O R M</a:t>
            </a:r>
          </a:p>
        </p:txBody>
      </p:sp>
      <p:sp>
        <p:nvSpPr>
          <p:cNvPr id="35" name="Text 3: SYSTEM ARCHITECTURE">
            <a:extLst xmlns:a="http://schemas.openxmlformats.org/drawingml/2006/main">
              <a:ext uri="{FF2B5EF4-FFF2-40B4-BE49-F238E27FC236}">
                <a16:creationId xmlns:a16="http://schemas.microsoft.com/office/drawing/2014/main" id="{26D0DEE0-BE5D-4AE5-9B94-244BFA20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"/>
            <a:ext cx="742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35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SYSTEM ARCHITECTURE</a:t>
            </a:r>
          </a:p>
        </p:txBody>
      </p:sp>
      <p:sp>
        <p:nvSpPr>
          <p:cNvPr id="36" name="Text 4: Local video analysis with secure report storage">
            <a:extLst xmlns:a="http://schemas.openxmlformats.org/drawingml/2006/main">
              <a:ext uri="{FF2B5EF4-FFF2-40B4-BE49-F238E27FC236}">
                <a16:creationId xmlns:a16="http://schemas.microsoft.com/office/drawing/2014/main" id="{69350750-498F-4016-835F-EEF6FCA7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95325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Local video analysis with secure report storage</a:t>
            </a:r>
          </a:p>
        </p:txBody>
      </p:sp>
      <p:sp>
        <p:nvSpPr>
          <p:cNvPr id="37" name="Panel 5">
            <a:extLst xmlns:a="http://schemas.openxmlformats.org/drawingml/2006/main">
              <a:ext uri="{FF2B5EF4-FFF2-40B4-BE49-F238E27FC236}">
                <a16:creationId xmlns:a16="http://schemas.microsoft.com/office/drawing/2014/main" id="{7D2413CB-DDE5-49F5-8D0A-3A7FF673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190625"/>
            <a:ext cx="7715250" cy="5572125"/>
          </a:xfrm>
          <a:prstGeom xmlns:a="http://schemas.openxmlformats.org/drawingml/2006/main" prst="roundRect">
            <a:avLst>
              <a:gd name="adj" fmla="val 2735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38" name="Panel 6">
            <a:extLst xmlns:a="http://schemas.openxmlformats.org/drawingml/2006/main">
              <a:ext uri="{FF2B5EF4-FFF2-40B4-BE49-F238E27FC236}">
                <a16:creationId xmlns:a16="http://schemas.microsoft.com/office/drawing/2014/main" id="{8BFED200-CB35-4A41-B932-4C34769C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190625"/>
            <a:ext cx="3543300" cy="5572125"/>
          </a:xfrm>
          <a:prstGeom xmlns:a="http://schemas.openxmlformats.org/drawingml/2006/main" prst="roundRect">
            <a:avLst>
              <a:gd name="adj" fmla="val 4301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06B9FA"/>
            </a:solidFill>
            <a:prstDash val="solid"/>
          </a:ln>
        </p:spPr>
      </p:sp>
      <p:sp>
        <p:nvSpPr>
          <p:cNvPr id="39" name="Panel 7">
            <a:extLst xmlns:a="http://schemas.openxmlformats.org/drawingml/2006/main">
              <a:ext uri="{FF2B5EF4-FFF2-40B4-BE49-F238E27FC236}">
                <a16:creationId xmlns:a16="http://schemas.microsoft.com/office/drawing/2014/main" id="{2F68884B-AEFD-45CD-A690-827F419A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1190625"/>
            <a:ext cx="3810000" cy="5572125"/>
          </a:xfrm>
          <a:prstGeom xmlns:a="http://schemas.openxmlformats.org/drawingml/2006/main" prst="roundRect">
            <a:avLst>
              <a:gd name="adj" fmla="val 4000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FF6386"/>
            </a:solidFill>
            <a:prstDash val="solid"/>
          </a:ln>
        </p:spPr>
      </p:sp>
      <p:pic>
        <p:nvPicPr>
          <p:cNvPr id="2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b89c44a6754227"/>
          <a:stretch xmlns:a="http://schemas.openxmlformats.org/drawingml/2006/main"/>
        </p:blipFill>
        <p:spPr>
          <a:xfrm xmlns:a="http://schemas.openxmlformats.org/drawingml/2006/main">
            <a:off x="495300" y="1476375"/>
            <a:ext cx="485775" cy="438150"/>
          </a:xfrm>
          <a:prstGeom xmlns:a="http://schemas.openxmlformats.org/drawingml/2006/main" prst="rect">
            <a:avLst/>
          </a:prstGeom>
        </p:spPr>
      </p:pic>
      <p:sp>
        <p:nvSpPr>
          <p:cNvPr id="41" name="Text 8: 1  ATHLETE’S BROWSER">
            <a:extLst xmlns:a="http://schemas.openxmlformats.org/drawingml/2006/main">
              <a:ext uri="{FF2B5EF4-FFF2-40B4-BE49-F238E27FC236}">
                <a16:creationId xmlns:a16="http://schemas.microsoft.com/office/drawing/2014/main" id="{45FC2AF6-1F7B-41D6-BA64-CACFA045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476375"/>
            <a:ext cx="6238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1  ATHLETE’S BROWSER</a:t>
            </a:r>
          </a:p>
        </p:txBody>
      </p:sp>
      <p:sp>
        <p:nvSpPr>
          <p:cNvPr id="42" name="Text 9: Video analysis runs locally in the browser.">
            <a:extLst xmlns:a="http://schemas.openxmlformats.org/drawingml/2006/main">
              <a:ext uri="{FF2B5EF4-FFF2-40B4-BE49-F238E27FC236}">
                <a16:creationId xmlns:a16="http://schemas.microsoft.com/office/drawing/2014/main" id="{1B54D596-31DE-447E-AC99-544CDD5D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859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4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Video analysis runs locally in the browser.</a:t>
            </a:r>
          </a:p>
        </p:txBody>
      </p:sp>
      <p:sp>
        <p:nvSpPr>
          <p:cNvPr id="43" name="Panel 10">
            <a:extLst xmlns:a="http://schemas.openxmlformats.org/drawingml/2006/main">
              <a:ext uri="{FF2B5EF4-FFF2-40B4-BE49-F238E27FC236}">
                <a16:creationId xmlns:a16="http://schemas.microsoft.com/office/drawing/2014/main" id="{0E5BA883-4A57-4D81-9FDC-06F961EF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33625"/>
            <a:ext cx="1314450" cy="1990725"/>
          </a:xfrm>
          <a:prstGeom xmlns:a="http://schemas.openxmlformats.org/drawingml/2006/main" prst="roundRect">
            <a:avLst>
              <a:gd name="adj" fmla="val 9420"/>
            </a:avLst>
          </a:prstGeom>
          <a:solidFill xmlns:a="http://schemas.openxmlformats.org/drawingml/2006/main">
            <a:srgbClr val="002037"/>
          </a:solidFill>
          <a:ln xmlns:a="http://schemas.openxmlformats.org/drawingml/2006/main" w="9525">
            <a:solidFill>
              <a:srgbClr val="20E7FA"/>
            </a:solidFill>
            <a:prstDash val="solid"/>
          </a:ln>
        </p:spPr>
      </p:sp>
      <p:sp>
        <p:nvSpPr>
          <p:cNvPr id="44" name="Text 11: 1. Video input">
            <a:extLst xmlns:a="http://schemas.openxmlformats.org/drawingml/2006/main">
              <a:ext uri="{FF2B5EF4-FFF2-40B4-BE49-F238E27FC236}">
                <a16:creationId xmlns:a16="http://schemas.microsoft.com/office/drawing/2014/main" id="{C2B9F737-52F5-489C-82FE-205D7D00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76500"/>
            <a:ext cx="1219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1. Video input</a:t>
            </a:r>
          </a:p>
        </p:txBody>
      </p:sp>
      <p:pic>
        <p:nvPicPr>
          <p:cNvPr id="2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dd97bcba514a41"/>
          <a:stretch xmlns:a="http://schemas.openxmlformats.org/drawingml/2006/main"/>
        </p:blipFill>
        <p:spPr>
          <a:xfrm xmlns:a="http://schemas.openxmlformats.org/drawingml/2006/main">
            <a:off x="809625" y="2886075"/>
            <a:ext cx="800100" cy="800100"/>
          </a:xfrm>
          <a:prstGeom xmlns:a="http://schemas.openxmlformats.org/drawingml/2006/main" prst="rect">
            <a:avLst/>
          </a:prstGeom>
        </p:spPr>
      </p:pic>
      <p:sp>
        <p:nvSpPr>
          <p:cNvPr id="46" name="Text 12: Live camera or training clip">
            <a:extLst xmlns:a="http://schemas.openxmlformats.org/drawingml/2006/main">
              <a:ext uri="{FF2B5EF4-FFF2-40B4-BE49-F238E27FC236}">
                <a16:creationId xmlns:a16="http://schemas.microsoft.com/office/drawing/2014/main" id="{D0253BCD-BE7A-4D77-A200-C26A57E3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781425"/>
            <a:ext cx="1181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Live camera or</a:t>
            </a:r>
          </a:p>
          <a:p xmlns:a="http://schemas.openxmlformats.org/drawingml/2006/main">
            <a:pPr algn="ctr">
              <a:def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training clip</a:t>
            </a:r>
          </a:p>
        </p:txBody>
      </p:sp>
      <p:sp>
        <p:nvSpPr>
          <p:cNvPr id="47" name="Editable flow arrow 13">
            <a:extLst xmlns:a="http://schemas.openxmlformats.org/drawingml/2006/main">
              <a:ext uri="{FF2B5EF4-FFF2-40B4-BE49-F238E27FC236}">
                <a16:creationId xmlns:a16="http://schemas.microsoft.com/office/drawing/2014/main" id="{B20CB72C-690F-4F64-A1AB-BA13F471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09925"/>
            <a:ext cx="2762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E7FA"/>
          </a:solidFill>
          <a:ln xmlns:a="http://schemas.openxmlformats.org/drawingml/2006/main" w="0">
            <a:noFill/>
          </a:ln>
        </p:spPr>
      </p:sp>
      <p:sp>
        <p:nvSpPr>
          <p:cNvPr id="48" name="Panel 14">
            <a:extLst xmlns:a="http://schemas.openxmlformats.org/drawingml/2006/main">
              <a:ext uri="{FF2B5EF4-FFF2-40B4-BE49-F238E27FC236}">
                <a16:creationId xmlns:a16="http://schemas.microsoft.com/office/drawing/2014/main" id="{0ABA415D-6BD8-4893-A45E-977AA4AB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333625"/>
            <a:ext cx="1314450" cy="1990725"/>
          </a:xfrm>
          <a:prstGeom xmlns:a="http://schemas.openxmlformats.org/drawingml/2006/main" prst="roundRect">
            <a:avLst>
              <a:gd name="adj" fmla="val 9420"/>
            </a:avLst>
          </a:prstGeom>
          <a:solidFill xmlns:a="http://schemas.openxmlformats.org/drawingml/2006/main">
            <a:srgbClr val="002037"/>
          </a:solidFill>
          <a:ln xmlns:a="http://schemas.openxmlformats.org/drawingml/2006/main" w="9525">
            <a:solidFill>
              <a:srgbClr val="20E7FA"/>
            </a:solidFill>
            <a:prstDash val="solid"/>
          </a:ln>
        </p:spPr>
      </p:sp>
      <p:sp>
        <p:nvSpPr>
          <p:cNvPr id="49" name="Text 15: 2. Pose estimation">
            <a:extLst xmlns:a="http://schemas.openxmlformats.org/drawingml/2006/main">
              <a:ext uri="{FF2B5EF4-FFF2-40B4-BE49-F238E27FC236}">
                <a16:creationId xmlns:a16="http://schemas.microsoft.com/office/drawing/2014/main" id="{DE52A373-C530-4BE0-9D17-6EA29C25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476500"/>
            <a:ext cx="1219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2. Pose estimation</a:t>
            </a:r>
          </a:p>
        </p:txBody>
      </p:sp>
      <p:pic>
        <p:nvPicPr>
          <p:cNvPr id="2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75cee66d5c455c"/>
          <a:stretch xmlns:a="http://schemas.openxmlformats.org/drawingml/2006/main"/>
        </p:blipFill>
        <p:spPr>
          <a:xfrm xmlns:a="http://schemas.openxmlformats.org/drawingml/2006/main">
            <a:off x="2362200" y="3105150"/>
            <a:ext cx="552450" cy="590550"/>
          </a:xfrm>
          <a:prstGeom xmlns:a="http://schemas.openxmlformats.org/drawingml/2006/main" prst="rect">
            <a:avLst/>
          </a:prstGeom>
        </p:spPr>
      </p:pic>
      <p:sp>
        <p:nvSpPr>
          <p:cNvPr id="51" name="Text 16: 33 body landmarks">
            <a:extLst xmlns:a="http://schemas.openxmlformats.org/drawingml/2006/main">
              <a:ext uri="{FF2B5EF4-FFF2-40B4-BE49-F238E27FC236}">
                <a16:creationId xmlns:a16="http://schemas.microsoft.com/office/drawing/2014/main" id="{F2FE655C-0B27-45EC-9409-D8728312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81425"/>
            <a:ext cx="1181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33 body</a:t>
            </a:r>
          </a:p>
          <a:p xmlns:a="http://schemas.openxmlformats.org/drawingml/2006/main">
            <a:pPr algn="ctr">
              <a:def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landmarks</a:t>
            </a:r>
          </a:p>
        </p:txBody>
      </p:sp>
      <p:sp>
        <p:nvSpPr>
          <p:cNvPr id="52" name="Editable flow arrow 17">
            <a:extLst xmlns:a="http://schemas.openxmlformats.org/drawingml/2006/main">
              <a:ext uri="{FF2B5EF4-FFF2-40B4-BE49-F238E27FC236}">
                <a16:creationId xmlns:a16="http://schemas.microsoft.com/office/drawing/2014/main" id="{8AE1F099-C5E1-49DE-817B-E80C5AA2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209925"/>
            <a:ext cx="2762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E7FA"/>
          </a:solidFill>
          <a:ln xmlns:a="http://schemas.openxmlformats.org/drawingml/2006/main" w="0">
            <a:noFill/>
          </a:ln>
        </p:spPr>
      </p:sp>
      <p:sp>
        <p:nvSpPr>
          <p:cNvPr id="53" name="Panel 18">
            <a:extLst xmlns:a="http://schemas.openxmlformats.org/drawingml/2006/main">
              <a:ext uri="{FF2B5EF4-FFF2-40B4-BE49-F238E27FC236}">
                <a16:creationId xmlns:a16="http://schemas.microsoft.com/office/drawing/2014/main" id="{94A581FD-4E92-4551-A9B2-DC6B96FC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33625"/>
            <a:ext cx="1314450" cy="1990725"/>
          </a:xfrm>
          <a:prstGeom xmlns:a="http://schemas.openxmlformats.org/drawingml/2006/main" prst="roundRect">
            <a:avLst>
              <a:gd name="adj" fmla="val 9420"/>
            </a:avLst>
          </a:prstGeom>
          <a:solidFill xmlns:a="http://schemas.openxmlformats.org/drawingml/2006/main">
            <a:srgbClr val="002037"/>
          </a:solidFill>
          <a:ln xmlns:a="http://schemas.openxmlformats.org/drawingml/2006/main" w="9525">
            <a:solidFill>
              <a:srgbClr val="20E7FA"/>
            </a:solidFill>
            <a:prstDash val="solid"/>
          </a:ln>
        </p:spPr>
      </p:sp>
      <p:sp>
        <p:nvSpPr>
          <p:cNvPr id="54" name="Text 19: 3. Quality gate">
            <a:extLst xmlns:a="http://schemas.openxmlformats.org/drawingml/2006/main">
              <a:ext uri="{FF2B5EF4-FFF2-40B4-BE49-F238E27FC236}">
                <a16:creationId xmlns:a16="http://schemas.microsoft.com/office/drawing/2014/main" id="{E9E664A8-9EB4-4AC8-8065-8AA33D25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76500"/>
            <a:ext cx="1219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3. Quality gate</a:t>
            </a:r>
          </a:p>
        </p:txBody>
      </p:sp>
      <p:pic>
        <p:nvPicPr>
          <p:cNvPr id="2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4c113afc8413d"/>
          <a:stretch xmlns:a="http://schemas.openxmlformats.org/drawingml/2006/main"/>
        </p:blipFill>
        <p:spPr>
          <a:xfrm xmlns:a="http://schemas.openxmlformats.org/drawingml/2006/main">
            <a:off x="3819525" y="2971800"/>
            <a:ext cx="638175" cy="752475"/>
          </a:xfrm>
          <a:prstGeom xmlns:a="http://schemas.openxmlformats.org/drawingml/2006/main" prst="rect">
            <a:avLst/>
          </a:prstGeom>
        </p:spPr>
      </p:pic>
      <p:sp>
        <p:nvSpPr>
          <p:cNvPr id="56" name="Text 20: Reject weak visibility or motion">
            <a:extLst xmlns:a="http://schemas.openxmlformats.org/drawingml/2006/main">
              <a:ext uri="{FF2B5EF4-FFF2-40B4-BE49-F238E27FC236}">
                <a16:creationId xmlns:a16="http://schemas.microsoft.com/office/drawing/2014/main" id="{97DF55A2-B22D-4F41-9F98-924CBFF8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781425"/>
            <a:ext cx="1181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Reject weak</a:t>
            </a:r>
          </a:p>
          <a:p xmlns:a="http://schemas.openxmlformats.org/drawingml/2006/main">
            <a:pPr algn="ctr">
              <a:def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visibility or motion</a:t>
            </a:r>
          </a:p>
        </p:txBody>
      </p:sp>
      <p:sp>
        <p:nvSpPr>
          <p:cNvPr id="57" name="Editable flow arrow 21">
            <a:extLst xmlns:a="http://schemas.openxmlformats.org/drawingml/2006/main">
              <a:ext uri="{FF2B5EF4-FFF2-40B4-BE49-F238E27FC236}">
                <a16:creationId xmlns:a16="http://schemas.microsoft.com/office/drawing/2014/main" id="{1E574871-4C2A-48B8-8E50-92439CF6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9925"/>
            <a:ext cx="2762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E7FA"/>
          </a:solidFill>
          <a:ln xmlns:a="http://schemas.openxmlformats.org/drawingml/2006/main" w="0">
            <a:noFill/>
          </a:ln>
        </p:spPr>
      </p:sp>
      <p:sp>
        <p:nvSpPr>
          <p:cNvPr id="58" name="Panel 22">
            <a:extLst xmlns:a="http://schemas.openxmlformats.org/drawingml/2006/main">
              <a:ext uri="{FF2B5EF4-FFF2-40B4-BE49-F238E27FC236}">
                <a16:creationId xmlns:a16="http://schemas.microsoft.com/office/drawing/2014/main" id="{DF6113E6-0B02-4A1E-B1C5-14C4C7ED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333625"/>
            <a:ext cx="1314450" cy="1990725"/>
          </a:xfrm>
          <a:prstGeom xmlns:a="http://schemas.openxmlformats.org/drawingml/2006/main" prst="roundRect">
            <a:avLst>
              <a:gd name="adj" fmla="val 9420"/>
            </a:avLst>
          </a:prstGeom>
          <a:solidFill xmlns:a="http://schemas.openxmlformats.org/drawingml/2006/main">
            <a:srgbClr val="002037"/>
          </a:solidFill>
          <a:ln xmlns:a="http://schemas.openxmlformats.org/drawingml/2006/main" w="9525">
            <a:solidFill>
              <a:srgbClr val="20E7FA"/>
            </a:solidFill>
            <a:prstDash val="solid"/>
          </a:ln>
        </p:spPr>
      </p:sp>
      <p:sp>
        <p:nvSpPr>
          <p:cNvPr id="59" name="Text 23: 4. Feature extraction">
            <a:extLst xmlns:a="http://schemas.openxmlformats.org/drawingml/2006/main">
              <a:ext uri="{FF2B5EF4-FFF2-40B4-BE49-F238E27FC236}">
                <a16:creationId xmlns:a16="http://schemas.microsoft.com/office/drawing/2014/main" id="{D888F224-075B-48C4-B07D-C3268108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76500"/>
            <a:ext cx="1219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4. Feature</a:t>
            </a:r>
          </a:p>
          <a:p xmlns:a="http://schemas.openxmlformats.org/drawingml/2006/main">
            <a:pPr algn="ctr">
              <a:defRPr sz="12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extraction</a:t>
            </a:r>
          </a:p>
        </p:txBody>
      </p:sp>
      <p:pic>
        <p:nvPicPr>
          <p:cNvPr id="2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ece3faa87442bc"/>
          <a:stretch xmlns:a="http://schemas.openxmlformats.org/drawingml/2006/main"/>
        </p:blipFill>
        <p:spPr>
          <a:xfrm xmlns:a="http://schemas.openxmlformats.org/drawingml/2006/main">
            <a:off x="5353050" y="2981325"/>
            <a:ext cx="647700" cy="733425"/>
          </a:xfrm>
          <a:prstGeom xmlns:a="http://schemas.openxmlformats.org/drawingml/2006/main" prst="rect">
            <a:avLst/>
          </a:prstGeom>
        </p:spPr>
      </p:pic>
      <p:sp>
        <p:nvSpPr>
          <p:cNvPr id="61" name="Text 24: Angles, speed, symmetry, cadence">
            <a:extLst xmlns:a="http://schemas.openxmlformats.org/drawingml/2006/main">
              <a:ext uri="{FF2B5EF4-FFF2-40B4-BE49-F238E27FC236}">
                <a16:creationId xmlns:a16="http://schemas.microsoft.com/office/drawing/2014/main" id="{65D8CF56-7176-4383-B26B-B90A88A5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781425"/>
            <a:ext cx="1181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Angles, speed,</a:t>
            </a:r>
          </a:p>
          <a:p xmlns:a="http://schemas.openxmlformats.org/drawingml/2006/main">
            <a:pPr algn="ctr">
              <a:def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symmetry, cadence</a:t>
            </a:r>
          </a:p>
        </p:txBody>
      </p:sp>
      <p:sp>
        <p:nvSpPr>
          <p:cNvPr id="62" name="Editable flow arrow 25">
            <a:extLst xmlns:a="http://schemas.openxmlformats.org/drawingml/2006/main">
              <a:ext uri="{FF2B5EF4-FFF2-40B4-BE49-F238E27FC236}">
                <a16:creationId xmlns:a16="http://schemas.microsoft.com/office/drawing/2014/main" id="{779F799C-8688-44A0-B397-10699FED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209925"/>
            <a:ext cx="2762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E7FA"/>
          </a:solidFill>
          <a:ln xmlns:a="http://schemas.openxmlformats.org/drawingml/2006/main" w="0">
            <a:noFill/>
          </a:ln>
        </p:spPr>
      </p:sp>
      <p:sp>
        <p:nvSpPr>
          <p:cNvPr id="63" name="Panel 26">
            <a:extLst xmlns:a="http://schemas.openxmlformats.org/drawingml/2006/main">
              <a:ext uri="{FF2B5EF4-FFF2-40B4-BE49-F238E27FC236}">
                <a16:creationId xmlns:a16="http://schemas.microsoft.com/office/drawing/2014/main" id="{08626BAD-F1AA-40E7-B3DF-0435A51B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333625"/>
            <a:ext cx="1314450" cy="1990725"/>
          </a:xfrm>
          <a:prstGeom xmlns:a="http://schemas.openxmlformats.org/drawingml/2006/main" prst="roundRect">
            <a:avLst>
              <a:gd name="adj" fmla="val 9420"/>
            </a:avLst>
          </a:prstGeom>
          <a:solidFill xmlns:a="http://schemas.openxmlformats.org/drawingml/2006/main">
            <a:srgbClr val="002037"/>
          </a:solidFill>
          <a:ln xmlns:a="http://schemas.openxmlformats.org/drawingml/2006/main" w="9525">
            <a:solidFill>
              <a:srgbClr val="20E7FA"/>
            </a:solidFill>
            <a:prstDash val="solid"/>
          </a:ln>
        </p:spPr>
      </p:sp>
      <p:sp>
        <p:nvSpPr>
          <p:cNvPr id="64" name="Text 27: 5. Sport-aware rules">
            <a:extLst xmlns:a="http://schemas.openxmlformats.org/drawingml/2006/main">
              <a:ext uri="{FF2B5EF4-FFF2-40B4-BE49-F238E27FC236}">
                <a16:creationId xmlns:a16="http://schemas.microsoft.com/office/drawing/2014/main" id="{17EF6B95-C92B-4A5E-A072-4318311E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76500"/>
            <a:ext cx="1219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5. Sport-aware</a:t>
            </a:r>
          </a:p>
          <a:p xmlns:a="http://schemas.openxmlformats.org/drawingml/2006/main">
            <a:pPr algn="ctr">
              <a:defRPr sz="12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rules</a:t>
            </a:r>
          </a:p>
        </p:txBody>
      </p:sp>
      <p:pic>
        <p:nvPicPr>
          <p:cNvPr id="2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7c1e57a4b401a"/>
          <a:stretch xmlns:a="http://schemas.openxmlformats.org/drawingml/2006/main"/>
        </p:blipFill>
        <p:spPr>
          <a:xfrm xmlns:a="http://schemas.openxmlformats.org/drawingml/2006/main">
            <a:off x="6848475" y="3019425"/>
            <a:ext cx="600075" cy="657225"/>
          </a:xfrm>
          <a:prstGeom xmlns:a="http://schemas.openxmlformats.org/drawingml/2006/main" prst="rect">
            <a:avLst/>
          </a:prstGeom>
        </p:spPr>
      </p:pic>
      <p:sp>
        <p:nvSpPr>
          <p:cNvPr id="66" name="Text 28: Five metric scores (rule-based)">
            <a:extLst xmlns:a="http://schemas.openxmlformats.org/drawingml/2006/main">
              <a:ext uri="{FF2B5EF4-FFF2-40B4-BE49-F238E27FC236}">
                <a16:creationId xmlns:a16="http://schemas.microsoft.com/office/drawing/2014/main" id="{743B544D-5586-403F-A83D-1F22FE96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81425"/>
            <a:ext cx="1181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Five metric scores</a:t>
            </a:r>
          </a:p>
          <a:p xmlns:a="http://schemas.openxmlformats.org/drawingml/2006/main">
            <a:pPr algn="ctr">
              <a:def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(rule-based)</a:t>
            </a:r>
          </a:p>
        </p:txBody>
      </p:sp>
      <p:pic>
        <p:nvPicPr>
          <p:cNvPr id="2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04ced90b684f5e"/>
          <a:stretch xmlns:a="http://schemas.openxmlformats.org/drawingml/2006/main"/>
        </p:blipFill>
        <p:spPr>
          <a:xfrm xmlns:a="http://schemas.openxmlformats.org/drawingml/2006/main">
            <a:off x="2095500" y="2686050"/>
            <a:ext cx="219075" cy="333375"/>
          </a:xfrm>
          <a:prstGeom xmlns:a="http://schemas.openxmlformats.org/drawingml/2006/main" prst="rect">
            <a:avLst/>
          </a:prstGeom>
        </p:spPr>
      </p:pic>
      <p:sp>
        <p:nvSpPr>
          <p:cNvPr id="68" name="Text 29: MediaPipe">
            <a:extLst xmlns:a="http://schemas.openxmlformats.org/drawingml/2006/main">
              <a:ext uri="{FF2B5EF4-FFF2-40B4-BE49-F238E27FC236}">
                <a16:creationId xmlns:a16="http://schemas.microsoft.com/office/drawing/2014/main" id="{72E15FA6-851A-4C93-8179-B76D2EA0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790825"/>
            <a:ext cx="847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3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MediaPipe</a:t>
            </a:r>
          </a:p>
        </p:txBody>
      </p:sp>
      <p:sp>
        <p:nvSpPr>
          <p:cNvPr id="69" name="Divider 30">
            <a:extLst xmlns:a="http://schemas.openxmlformats.org/drawingml/2006/main">
              <a:ext uri="{FF2B5EF4-FFF2-40B4-BE49-F238E27FC236}">
                <a16:creationId xmlns:a16="http://schemas.microsoft.com/office/drawing/2014/main" id="{1C134241-043A-4623-9615-4BCD5019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24350"/>
            <a:ext cx="0" cy="752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6386"/>
            </a:solidFill>
            <a:prstDash val="dash"/>
          </a:ln>
        </p:spPr>
      </p:sp>
      <p:sp>
        <p:nvSpPr>
          <p:cNvPr id="70" name="Divider 31">
            <a:extLst xmlns:a="http://schemas.openxmlformats.org/drawingml/2006/main">
              <a:ext uri="{FF2B5EF4-FFF2-40B4-BE49-F238E27FC236}">
                <a16:creationId xmlns:a16="http://schemas.microsoft.com/office/drawing/2014/main" id="{41D25267-210E-4744-B04F-FC9A60DE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5076825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6386"/>
            </a:solidFill>
            <a:prstDash val="dash"/>
          </a:ln>
        </p:spPr>
      </p:sp>
      <p:sp>
        <p:nvSpPr>
          <p:cNvPr id="71" name="Divider 32">
            <a:extLst xmlns:a="http://schemas.openxmlformats.org/drawingml/2006/main">
              <a:ext uri="{FF2B5EF4-FFF2-40B4-BE49-F238E27FC236}">
                <a16:creationId xmlns:a16="http://schemas.microsoft.com/office/drawing/2014/main" id="{F86735C5-F046-4E0F-A655-D466BB9B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076825"/>
            <a:ext cx="1228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6386"/>
            </a:solidFill>
            <a:prstDash val="dash"/>
          </a:ln>
        </p:spPr>
      </p:sp>
      <p:sp>
        <p:nvSpPr>
          <p:cNvPr id="72" name="Divider 33">
            <a:extLst xmlns:a="http://schemas.openxmlformats.org/drawingml/2006/main">
              <a:ext uri="{FF2B5EF4-FFF2-40B4-BE49-F238E27FC236}">
                <a16:creationId xmlns:a16="http://schemas.microsoft.com/office/drawing/2014/main" id="{6C3C341F-87AF-4CFA-8363-B36ED924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476750"/>
            <a:ext cx="0" cy="600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6386"/>
            </a:solidFill>
            <a:prstDash val="dash"/>
          </a:ln>
        </p:spPr>
      </p:sp>
      <p:sp>
        <p:nvSpPr>
          <p:cNvPr id="73" name="Editable flow arrow 34">
            <a:extLst xmlns:a="http://schemas.openxmlformats.org/drawingml/2006/main">
              <a:ext uri="{FF2B5EF4-FFF2-40B4-BE49-F238E27FC236}">
                <a16:creationId xmlns:a16="http://schemas.microsoft.com/office/drawing/2014/main" id="{B06E3E7E-1D70-4180-8581-527BF89D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333875"/>
            <a:ext cx="190500" cy="1905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FF6386"/>
          </a:solidFill>
          <a:ln xmlns:a="http://schemas.openxmlformats.org/drawingml/2006/main" w="0">
            <a:noFill/>
          </a:ln>
        </p:spPr>
      </p:sp>
      <p:sp>
        <p:nvSpPr>
          <p:cNvPr id="74" name="Panel 35">
            <a:extLst xmlns:a="http://schemas.openxmlformats.org/drawingml/2006/main">
              <a:ext uri="{FF2B5EF4-FFF2-40B4-BE49-F238E27FC236}">
                <a16:creationId xmlns:a16="http://schemas.microsoft.com/office/drawing/2014/main" id="{ED01EA83-65A9-4A71-9725-8C38F499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819650"/>
            <a:ext cx="1571625" cy="523875"/>
          </a:xfrm>
          <a:prstGeom xmlns:a="http://schemas.openxmlformats.org/drawingml/2006/main" prst="roundRect">
            <a:avLst>
              <a:gd name="adj" fmla="val 29091"/>
            </a:avLst>
          </a:prstGeom>
          <a:solidFill xmlns:a="http://schemas.openxmlformats.org/drawingml/2006/main">
            <a:srgbClr val="292337"/>
          </a:solidFill>
          <a:ln xmlns:a="http://schemas.openxmlformats.org/drawingml/2006/main" w="14288">
            <a:solidFill>
              <a:srgbClr val="FF6386"/>
            </a:solidFill>
            <a:prstDash val="solid"/>
          </a:ln>
        </p:spPr>
      </p:sp>
      <p:sp>
        <p:nvSpPr>
          <p:cNvPr id="75" name="Text 36: ↻">
            <a:extLst xmlns:a="http://schemas.openxmlformats.org/drawingml/2006/main">
              <a:ext uri="{FF2B5EF4-FFF2-40B4-BE49-F238E27FC236}">
                <a16:creationId xmlns:a16="http://schemas.microsoft.com/office/drawing/2014/main" id="{D89BB432-C41F-4390-B92D-AFD9BB9A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857750"/>
            <a:ext cx="447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6386"/>
                </a:solidFill>
                <a:latin typeface="Arial Narrow"/>
                <a:ea typeface="Arial Narrow"/>
                <a:cs typeface="Arial Narrow"/>
              </a:defRPr>
            </a:pPr>
            <a:r>
              <a:rPr sz="3000" b="1">
                <a:solidFill>
                  <a:srgbClr val="FF6386"/>
                </a:solidFill>
                <a:latin typeface="Arial Narrow"/>
                <a:ea typeface="Arial Narrow"/>
                <a:cs typeface="Arial Narrow"/>
              </a:rPr>
              <a:t>↻</a:t>
            </a:r>
          </a:p>
        </p:txBody>
      </p:sp>
      <p:sp>
        <p:nvSpPr>
          <p:cNvPr id="76" name="Text 37: Retry capture">
            <a:extLst xmlns:a="http://schemas.openxmlformats.org/drawingml/2006/main">
              <a:ext uri="{FF2B5EF4-FFF2-40B4-BE49-F238E27FC236}">
                <a16:creationId xmlns:a16="http://schemas.microsoft.com/office/drawing/2014/main" id="{72DF3B2D-1BF2-4C98-82BB-AC721697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501015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Retry capture</a:t>
            </a:r>
          </a:p>
        </p:txBody>
      </p:sp>
      <p:sp>
        <p:nvSpPr>
          <p:cNvPr id="77" name="Text 38: Insufficient data">
            <a:extLst xmlns:a="http://schemas.openxmlformats.org/drawingml/2006/main">
              <a:ext uri="{FF2B5EF4-FFF2-40B4-BE49-F238E27FC236}">
                <a16:creationId xmlns:a16="http://schemas.microsoft.com/office/drawing/2014/main" id="{A8111CB4-466A-4705-9C95-FCFDD902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5339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6386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0">
                <a:solidFill>
                  <a:srgbClr val="FF6386"/>
                </a:solidFill>
                <a:latin typeface="Arial Narrow"/>
                <a:ea typeface="Arial Narrow"/>
                <a:cs typeface="Arial Narrow"/>
              </a:rPr>
              <a:t>Insufficient data</a:t>
            </a:r>
          </a:p>
        </p:txBody>
      </p:sp>
      <p:sp>
        <p:nvSpPr>
          <p:cNvPr id="78" name="Panel 39">
            <a:extLst xmlns:a="http://schemas.openxmlformats.org/drawingml/2006/main">
              <a:ext uri="{FF2B5EF4-FFF2-40B4-BE49-F238E27FC236}">
                <a16:creationId xmlns:a16="http://schemas.microsoft.com/office/drawing/2014/main" id="{9678BF96-CCA4-43FA-BB3E-A5829C53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91175"/>
            <a:ext cx="7305675" cy="942975"/>
          </a:xfrm>
          <a:prstGeom xmlns:a="http://schemas.openxmlformats.org/drawingml/2006/main" prst="roundRect">
            <a:avLst>
              <a:gd name="adj" fmla="val 15152"/>
            </a:avLst>
          </a:prstGeom>
          <a:gradFill xmlns:a="http://schemas.openxmlformats.org/drawingml/2006/main">
            <a:gsLst>
              <a:gs pos="0">
                <a:srgbClr val="043B36"/>
              </a:gs>
              <a:gs pos="100000">
                <a:srgbClr val="002A30"/>
              </a:gs>
            </a:gsLst>
            <a:lin ang="0"/>
          </a:gradFill>
          <a:ln xmlns:a="http://schemas.openxmlformats.org/drawingml/2006/main" w="14288">
            <a:solidFill>
              <a:srgbClr val="50F4BC"/>
            </a:solidFill>
            <a:prstDash val="solid"/>
          </a:ln>
        </p:spPr>
      </p:sp>
      <p:pic>
        <p:nvPicPr>
          <p:cNvPr id="2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971d21cd274871"/>
          <a:stretch xmlns:a="http://schemas.openxmlformats.org/drawingml/2006/main"/>
        </p:blipFill>
        <p:spPr>
          <a:xfrm xmlns:a="http://schemas.openxmlformats.org/drawingml/2006/main">
            <a:off x="2333625" y="5715000"/>
            <a:ext cx="361950" cy="428625"/>
          </a:xfrm>
          <a:prstGeom xmlns:a="http://schemas.openxmlformats.org/drawingml/2006/main" prst="rect">
            <a:avLst/>
          </a:prstGeom>
        </p:spPr>
      </p:pic>
      <p:sp>
        <p:nvSpPr>
          <p:cNvPr id="80" name="Text 40: Raw video stays on the device">
            <a:extLst xmlns:a="http://schemas.openxmlformats.org/drawingml/2006/main">
              <a:ext uri="{FF2B5EF4-FFF2-40B4-BE49-F238E27FC236}">
                <a16:creationId xmlns:a16="http://schemas.microsoft.com/office/drawing/2014/main" id="{91717AF4-F0FE-4DD4-AFD4-76B6A4D6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5838825"/>
            <a:ext cx="451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0F4BC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1">
                <a:solidFill>
                  <a:srgbClr val="50F4BC"/>
                </a:solidFill>
                <a:latin typeface="Arial Narrow"/>
                <a:ea typeface="Arial Narrow"/>
                <a:cs typeface="Arial Narrow"/>
              </a:rPr>
              <a:t>Raw video stays on the device</a:t>
            </a:r>
          </a:p>
        </p:txBody>
      </p:sp>
      <p:sp>
        <p:nvSpPr>
          <p:cNvPr id="81" name="Text 41: All analysis (MediaPipe + feature extraction + scoring) runs in y">
            <a:extLst xmlns:a="http://schemas.openxmlformats.org/drawingml/2006/main">
              <a:ext uri="{FF2B5EF4-FFF2-40B4-BE49-F238E27FC236}">
                <a16:creationId xmlns:a16="http://schemas.microsoft.com/office/drawing/2014/main" id="{78B97F43-C5A9-4B0B-9E5F-477B6EB7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00775"/>
            <a:ext cx="666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3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All analysis (MediaPipe + feature extraction + scoring) runs in your browser.</a:t>
            </a:r>
          </a:p>
        </p:txBody>
      </p:sp>
      <p:sp>
        <p:nvSpPr>
          <p:cNvPr id="82" name="Panel 42">
            <a:extLst xmlns:a="http://schemas.openxmlformats.org/drawingml/2006/main">
              <a:ext uri="{FF2B5EF4-FFF2-40B4-BE49-F238E27FC236}">
                <a16:creationId xmlns:a16="http://schemas.microsoft.com/office/drawing/2014/main" id="{78A2D929-CA11-4841-B590-4809F6B6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466850"/>
            <a:ext cx="295275" cy="314325"/>
          </a:xfrm>
          <a:prstGeom xmlns:a="http://schemas.openxmlformats.org/drawingml/2006/main" prst="roundRect">
            <a:avLst>
              <a:gd name="adj" fmla="val 19355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06B9FA"/>
            </a:solidFill>
            <a:prstDash val="solid"/>
          </a:ln>
        </p:spPr>
      </p:sp>
      <p:sp>
        <p:nvSpPr>
          <p:cNvPr id="83" name="Text 43: 2">
            <a:extLst xmlns:a="http://schemas.openxmlformats.org/drawingml/2006/main">
              <a:ext uri="{FF2B5EF4-FFF2-40B4-BE49-F238E27FC236}">
                <a16:creationId xmlns:a16="http://schemas.microsoft.com/office/drawing/2014/main" id="{F5053530-5638-41DF-A256-42FD3FA6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476375"/>
            <a:ext cx="219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6B9FA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1">
                <a:solidFill>
                  <a:srgbClr val="06B9FA"/>
                </a:solidFill>
                <a:latin typeface="Arial Narrow"/>
                <a:ea typeface="Arial Narrow"/>
                <a:cs typeface="Arial Narrow"/>
              </a:rPr>
              <a:t>2</a:t>
            </a:r>
          </a:p>
        </p:txBody>
      </p:sp>
      <p:sp>
        <p:nvSpPr>
          <p:cNvPr id="84" name="Text 44: FLASK BACKEND">
            <a:extLst xmlns:a="http://schemas.openxmlformats.org/drawingml/2006/main">
              <a:ext uri="{FF2B5EF4-FFF2-40B4-BE49-F238E27FC236}">
                <a16:creationId xmlns:a16="http://schemas.microsoft.com/office/drawing/2014/main" id="{4BD79C84-C0C5-423B-A2D7-4C6F2C31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552575"/>
            <a:ext cx="1562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FLASK BACKEND</a:t>
            </a:r>
          </a:p>
        </p:txBody>
      </p:sp>
      <p:pic>
        <p:nvPicPr>
          <p:cNvPr id="2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d64f040bae4498"/>
          <a:stretch xmlns:a="http://schemas.openxmlformats.org/drawingml/2006/main"/>
        </p:blipFill>
        <p:spPr>
          <a:xfrm xmlns:a="http://schemas.openxmlformats.org/drawingml/2006/main">
            <a:off x="10210800" y="1447800"/>
            <a:ext cx="409575" cy="457200"/>
          </a:xfrm>
          <a:prstGeom xmlns:a="http://schemas.openxmlformats.org/drawingml/2006/main" prst="rect">
            <a:avLst/>
          </a:prstGeom>
        </p:spPr>
      </p:pic>
      <p:pic>
        <p:nvPicPr>
          <p:cNvPr id="2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5754c8522f4597"/>
          <a:stretch xmlns:a="http://schemas.openxmlformats.org/drawingml/2006/main"/>
        </p:blipFill>
        <p:spPr>
          <a:xfrm xmlns:a="http://schemas.openxmlformats.org/drawingml/2006/main">
            <a:off x="10629900" y="1457325"/>
            <a:ext cx="238125" cy="419100"/>
          </a:xfrm>
          <a:prstGeom xmlns:a="http://schemas.openxmlformats.org/drawingml/2006/main" prst="rect">
            <a:avLst/>
          </a:prstGeom>
        </p:spPr>
      </p:pic>
      <p:sp>
        <p:nvSpPr>
          <p:cNvPr id="87" name="Text 45: Flask">
            <a:extLst xmlns:a="http://schemas.openxmlformats.org/drawingml/2006/main">
              <a:ext uri="{FF2B5EF4-FFF2-40B4-BE49-F238E27FC236}">
                <a16:creationId xmlns:a16="http://schemas.microsoft.com/office/drawing/2014/main" id="{D0A93300-F082-4F6A-983C-76379D7C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524000"/>
            <a:ext cx="733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250" b="0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Flask</a:t>
            </a:r>
          </a:p>
        </p:txBody>
      </p:sp>
      <p:sp>
        <p:nvSpPr>
          <p:cNvPr id="88" name="Text 46: Secure API, application logic and data storage.">
            <a:extLst xmlns:a="http://schemas.openxmlformats.org/drawingml/2006/main">
              <a:ext uri="{FF2B5EF4-FFF2-40B4-BE49-F238E27FC236}">
                <a16:creationId xmlns:a16="http://schemas.microsoft.com/office/drawing/2014/main" id="{9943F3C4-87B5-4B58-9019-596A70BD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066925"/>
            <a:ext cx="3048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Secure API, application logic and data storage.</a:t>
            </a:r>
          </a:p>
        </p:txBody>
      </p:sp>
      <p:sp>
        <p:nvSpPr>
          <p:cNvPr id="89" name="Panel 47">
            <a:extLst xmlns:a="http://schemas.openxmlformats.org/drawingml/2006/main">
              <a:ext uri="{FF2B5EF4-FFF2-40B4-BE49-F238E27FC236}">
                <a16:creationId xmlns:a16="http://schemas.microsoft.com/office/drawing/2014/main" id="{B3150C58-74FB-4253-BB6E-16E9F58C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419350"/>
            <a:ext cx="2447925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002037"/>
          </a:solidFill>
          <a:ln xmlns:a="http://schemas.openxmlformats.org/drawingml/2006/main" w="12383">
            <a:solidFill>
              <a:srgbClr val="06B9FA"/>
            </a:solidFill>
            <a:prstDash val="solid"/>
          </a:ln>
        </p:spPr>
      </p:sp>
      <p:pic>
        <p:nvPicPr>
          <p:cNvPr id="2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0aa95ad2034f2f"/>
          <a:stretch xmlns:a="http://schemas.openxmlformats.org/drawingml/2006/main"/>
        </p:blipFill>
        <p:spPr>
          <a:xfrm xmlns:a="http://schemas.openxmlformats.org/drawingml/2006/main">
            <a:off x="9182100" y="2619375"/>
            <a:ext cx="38100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Text 48: Authenticated REST API">
            <a:extLst xmlns:a="http://schemas.openxmlformats.org/drawingml/2006/main">
              <a:ext uri="{FF2B5EF4-FFF2-40B4-BE49-F238E27FC236}">
                <a16:creationId xmlns:a16="http://schemas.microsoft.com/office/drawing/2014/main" id="{31B13776-9511-444E-9015-AEFCD55F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6860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Authenticated REST API</a:t>
            </a:r>
          </a:p>
        </p:txBody>
      </p:sp>
      <p:sp>
        <p:nvSpPr>
          <p:cNvPr id="92" name="Text 49: Session + CSRF + input validation">
            <a:extLst xmlns:a="http://schemas.openxmlformats.org/drawingml/2006/main">
              <a:ext uri="{FF2B5EF4-FFF2-40B4-BE49-F238E27FC236}">
                <a16:creationId xmlns:a16="http://schemas.microsoft.com/office/drawing/2014/main" id="{4A3CCE8E-E692-4C1A-9E34-F61E0CC3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52750"/>
            <a:ext cx="1752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Session + CSRF + input validation</a:t>
            </a:r>
          </a:p>
        </p:txBody>
      </p:sp>
      <p:sp>
        <p:nvSpPr>
          <p:cNvPr id="93" name="Panel 50">
            <a:extLst xmlns:a="http://schemas.openxmlformats.org/drawingml/2006/main">
              <a:ext uri="{FF2B5EF4-FFF2-40B4-BE49-F238E27FC236}">
                <a16:creationId xmlns:a16="http://schemas.microsoft.com/office/drawing/2014/main" id="{941CA4F3-EE0A-47C5-914E-DE8EF457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609975"/>
            <a:ext cx="2428875" cy="971550"/>
          </a:xfrm>
          <a:prstGeom xmlns:a="http://schemas.openxmlformats.org/drawingml/2006/main" prst="roundRect">
            <a:avLst>
              <a:gd name="adj" fmla="val 13725"/>
            </a:avLst>
          </a:prstGeom>
          <a:solidFill xmlns:a="http://schemas.openxmlformats.org/drawingml/2006/main">
            <a:srgbClr val="002037"/>
          </a:solidFill>
          <a:ln xmlns:a="http://schemas.openxmlformats.org/drawingml/2006/main" w="12383">
            <a:solidFill>
              <a:srgbClr val="06B9FA"/>
            </a:solidFill>
            <a:prstDash val="solid"/>
          </a:ln>
        </p:spPr>
      </p:sp>
      <p:pic>
        <p:nvPicPr>
          <p:cNvPr id="2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0c0984d48a417e"/>
          <a:stretch xmlns:a="http://schemas.openxmlformats.org/drawingml/2006/main"/>
        </p:blipFill>
        <p:spPr>
          <a:xfrm xmlns:a="http://schemas.openxmlformats.org/drawingml/2006/main">
            <a:off x="9201150" y="3867150"/>
            <a:ext cx="466725" cy="457200"/>
          </a:xfrm>
          <a:prstGeom xmlns:a="http://schemas.openxmlformats.org/drawingml/2006/main" prst="rect">
            <a:avLst/>
          </a:prstGeom>
        </p:spPr>
      </p:pic>
      <p:sp>
        <p:nvSpPr>
          <p:cNvPr id="95" name="Text 51: Application services">
            <a:extLst xmlns:a="http://schemas.openxmlformats.org/drawingml/2006/main">
              <a:ext uri="{FF2B5EF4-FFF2-40B4-BE49-F238E27FC236}">
                <a16:creationId xmlns:a16="http://schemas.microsoft.com/office/drawing/2014/main" id="{4711EC15-C287-4FC8-9DC5-56D31B65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819525"/>
            <a:ext cx="1647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Application services</a:t>
            </a:r>
          </a:p>
        </p:txBody>
      </p:sp>
      <p:sp>
        <p:nvSpPr>
          <p:cNvPr id="96" name="Text 52: Recompute overall score; track provenance">
            <a:extLst xmlns:a="http://schemas.openxmlformats.org/drawingml/2006/main">
              <a:ext uri="{FF2B5EF4-FFF2-40B4-BE49-F238E27FC236}">
                <a16:creationId xmlns:a16="http://schemas.microsoft.com/office/drawing/2014/main" id="{DF6FFF9E-5EDE-4E85-87C3-1E56AAA2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095750"/>
            <a:ext cx="1657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Recompute overall score;</a:t>
            </a:r>
          </a:p>
          <a:p xmlns:a="http://schemas.openxmlformats.org/drawingml/2006/main">
            <a:pPr algn="l">
              <a:def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track provenance</a:t>
            </a:r>
          </a:p>
        </p:txBody>
      </p:sp>
      <p:sp>
        <p:nvSpPr>
          <p:cNvPr id="97" name="Editable flow arrow 53">
            <a:extLst xmlns:a="http://schemas.openxmlformats.org/drawingml/2006/main">
              <a:ext uri="{FF2B5EF4-FFF2-40B4-BE49-F238E27FC236}">
                <a16:creationId xmlns:a16="http://schemas.microsoft.com/office/drawing/2014/main" id="{430B3233-3B34-4ACD-8279-CDFFDCEC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362325"/>
            <a:ext cx="20955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0E7FA"/>
          </a:solidFill>
          <a:ln xmlns:a="http://schemas.openxmlformats.org/drawingml/2006/main" w="0">
            <a:noFill/>
          </a:ln>
        </p:spPr>
      </p:sp>
      <p:sp>
        <p:nvSpPr>
          <p:cNvPr id="98" name="Editable flow arrow 54">
            <a:extLst xmlns:a="http://schemas.openxmlformats.org/drawingml/2006/main">
              <a:ext uri="{FF2B5EF4-FFF2-40B4-BE49-F238E27FC236}">
                <a16:creationId xmlns:a16="http://schemas.microsoft.com/office/drawing/2014/main" id="{3EF8571B-71F6-42DB-8419-749FD7CA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019675"/>
            <a:ext cx="209550" cy="2095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0E7FA"/>
          </a:solidFill>
          <a:ln xmlns:a="http://schemas.openxmlformats.org/drawingml/2006/main" w="0">
            <a:noFill/>
          </a:ln>
        </p:spPr>
      </p:sp>
      <p:sp>
        <p:nvSpPr>
          <p:cNvPr id="99" name="Panel 55">
            <a:extLst xmlns:a="http://schemas.openxmlformats.org/drawingml/2006/main">
              <a:ext uri="{FF2B5EF4-FFF2-40B4-BE49-F238E27FC236}">
                <a16:creationId xmlns:a16="http://schemas.microsoft.com/office/drawing/2014/main" id="{77506C07-A274-41F2-9158-483075A5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81525"/>
            <a:ext cx="2466975" cy="381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3810">
            <a:solidFill>
              <a:srgbClr val="20E7FA"/>
            </a:solidFill>
            <a:prstDash val="solid"/>
          </a:ln>
        </p:spPr>
      </p:sp>
      <p:sp>
        <p:nvSpPr>
          <p:cNvPr id="100" name="Text 56: Client scores are not server-verified.">
            <a:extLst xmlns:a="http://schemas.openxmlformats.org/drawingml/2006/main">
              <a:ext uri="{FF2B5EF4-FFF2-40B4-BE49-F238E27FC236}">
                <a16:creationId xmlns:a16="http://schemas.microsoft.com/office/drawing/2014/main" id="{7E8BA859-2741-4F35-B329-607B7DC5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724400"/>
            <a:ext cx="2305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0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Client scores are not server-verified.</a:t>
            </a:r>
          </a:p>
        </p:txBody>
      </p:sp>
      <p:sp>
        <p:nvSpPr>
          <p:cNvPr id="101" name="Panel 57">
            <a:extLst xmlns:a="http://schemas.openxmlformats.org/drawingml/2006/main">
              <a:ext uri="{FF2B5EF4-FFF2-40B4-BE49-F238E27FC236}">
                <a16:creationId xmlns:a16="http://schemas.microsoft.com/office/drawing/2014/main" id="{ED80D473-B30F-447A-9F7D-B516D9BC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257800"/>
            <a:ext cx="2447925" cy="12858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02037"/>
          </a:solidFill>
          <a:ln xmlns:a="http://schemas.openxmlformats.org/drawingml/2006/main" w="11430">
            <a:solidFill>
              <a:srgbClr val="06B9FA"/>
            </a:solidFill>
            <a:prstDash val="solid"/>
          </a:ln>
        </p:spPr>
      </p:sp>
      <p:pic>
        <p:nvPicPr>
          <p:cNvPr id="2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e62bd1e4214e56"/>
          <a:stretch xmlns:a="http://schemas.openxmlformats.org/drawingml/2006/main"/>
        </p:blipFill>
        <p:spPr>
          <a:xfrm xmlns:a="http://schemas.openxmlformats.org/drawingml/2006/main">
            <a:off x="9163050" y="5524500"/>
            <a:ext cx="419100" cy="523875"/>
          </a:xfrm>
          <a:prstGeom xmlns:a="http://schemas.openxmlformats.org/drawingml/2006/main" prst="rect">
            <a:avLst/>
          </a:prstGeom>
        </p:spPr>
      </p:pic>
      <p:pic>
        <p:nvPicPr>
          <p:cNvPr id="2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e5e9ce18c947f3"/>
          <a:stretch xmlns:a="http://schemas.openxmlformats.org/drawingml/2006/main"/>
        </p:blipFill>
        <p:spPr>
          <a:xfrm xmlns:a="http://schemas.openxmlformats.org/drawingml/2006/main">
            <a:off x="9753600" y="5534025"/>
            <a:ext cx="323850" cy="476250"/>
          </a:xfrm>
          <a:prstGeom xmlns:a="http://schemas.openxmlformats.org/drawingml/2006/main" prst="rect">
            <a:avLst/>
          </a:prstGeom>
        </p:spPr>
      </p:pic>
      <p:sp>
        <p:nvSpPr>
          <p:cNvPr id="104" name="Text 58: SQLite">
            <a:extLst xmlns:a="http://schemas.openxmlformats.org/drawingml/2006/main">
              <a:ext uri="{FF2B5EF4-FFF2-40B4-BE49-F238E27FC236}">
                <a16:creationId xmlns:a16="http://schemas.microsoft.com/office/drawing/2014/main" id="{C3649BA3-5750-4AB8-8121-A5BDF1CB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71500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SQLite</a:t>
            </a:r>
          </a:p>
        </p:txBody>
      </p:sp>
      <p:sp>
        <p:nvSpPr>
          <p:cNvPr id="105" name="Text 59: SQLite database">
            <a:extLst xmlns:a="http://schemas.openxmlformats.org/drawingml/2006/main">
              <a:ext uri="{FF2B5EF4-FFF2-40B4-BE49-F238E27FC236}">
                <a16:creationId xmlns:a16="http://schemas.microsoft.com/office/drawing/2014/main" id="{A2879DA6-8557-45B9-9D80-EA155B3C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604837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SQLite database</a:t>
            </a:r>
          </a:p>
        </p:txBody>
      </p:sp>
      <p:sp>
        <p:nvSpPr>
          <p:cNvPr id="106" name="Text 60: Users, reports and messages">
            <a:extLst xmlns:a="http://schemas.openxmlformats.org/drawingml/2006/main">
              <a:ext uri="{FF2B5EF4-FFF2-40B4-BE49-F238E27FC236}">
                <a16:creationId xmlns:a16="http://schemas.microsoft.com/office/drawing/2014/main" id="{7B88950D-8BAB-40E8-AE18-593EEB90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276975"/>
            <a:ext cx="2114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Users, reports and messages</a:t>
            </a:r>
          </a:p>
        </p:txBody>
      </p:sp>
      <p:sp>
        <p:nvSpPr>
          <p:cNvPr id="107" name="Divider 61">
            <a:extLst xmlns:a="http://schemas.openxmlformats.org/drawingml/2006/main">
              <a:ext uri="{FF2B5EF4-FFF2-40B4-BE49-F238E27FC236}">
                <a16:creationId xmlns:a16="http://schemas.microsoft.com/office/drawing/2014/main" id="{7181B000-C201-4E38-B718-BA56E1B3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200400"/>
            <a:ext cx="485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E7FA"/>
            </a:solidFill>
            <a:prstDash val="solid"/>
          </a:ln>
        </p:spPr>
      </p:sp>
      <p:sp>
        <p:nvSpPr>
          <p:cNvPr id="108" name="Divider 62">
            <a:extLst xmlns:a="http://schemas.openxmlformats.org/drawingml/2006/main">
              <a:ext uri="{FF2B5EF4-FFF2-40B4-BE49-F238E27FC236}">
                <a16:creationId xmlns:a16="http://schemas.microsoft.com/office/drawing/2014/main" id="{2C629D6C-BB1B-4AA8-8A07-7DFD8ADE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71775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E7FA"/>
            </a:solidFill>
            <a:prstDash val="solid"/>
          </a:ln>
        </p:spPr>
      </p:sp>
      <p:sp>
        <p:nvSpPr>
          <p:cNvPr id="109" name="Divider 63">
            <a:extLst xmlns:a="http://schemas.openxmlformats.org/drawingml/2006/main">
              <a:ext uri="{FF2B5EF4-FFF2-40B4-BE49-F238E27FC236}">
                <a16:creationId xmlns:a16="http://schemas.microsoft.com/office/drawing/2014/main" id="{077D292D-F7CC-4568-B7FC-44519D14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71775"/>
            <a:ext cx="485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E7FA"/>
            </a:solidFill>
            <a:prstDash val="solid"/>
          </a:ln>
        </p:spPr>
      </p:sp>
      <p:sp>
        <p:nvSpPr>
          <p:cNvPr id="110" name="Editable flow arrow 64">
            <a:extLst xmlns:a="http://schemas.openxmlformats.org/drawingml/2006/main">
              <a:ext uri="{FF2B5EF4-FFF2-40B4-BE49-F238E27FC236}">
                <a16:creationId xmlns:a16="http://schemas.microsoft.com/office/drawing/2014/main" id="{0C94617F-F35A-4943-A87F-6B791B72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667000"/>
            <a:ext cx="2000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E7FA"/>
          </a:solidFill>
          <a:ln xmlns:a="http://schemas.openxmlformats.org/drawingml/2006/main" w="0">
            <a:noFill/>
          </a:ln>
        </p:spPr>
      </p:sp>
      <p:sp>
        <p:nvSpPr>
          <p:cNvPr id="111" name="Text 65: Metrics + report metadata">
            <a:extLst xmlns:a="http://schemas.openxmlformats.org/drawingml/2006/main">
              <a:ext uri="{FF2B5EF4-FFF2-40B4-BE49-F238E27FC236}">
                <a16:creationId xmlns:a16="http://schemas.microsoft.com/office/drawing/2014/main" id="{B623436E-E135-4303-9B37-A957C825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14700"/>
            <a:ext cx="1009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Metrics +</a:t>
            </a:r>
          </a:p>
          <a:p xmlns:a="http://schemas.openxmlformats.org/drawingml/2006/main">
            <a:pPr algn="l">
              <a:defRPr sz="11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report metadata</a:t>
            </a:r>
          </a:p>
        </p:txBody>
      </p:sp>
      <p:sp>
        <p:nvSpPr>
          <p:cNvPr id="112" name="Text 66: No raw video is transmitted">
            <a:extLst xmlns:a="http://schemas.openxmlformats.org/drawingml/2006/main">
              <a:ext uri="{FF2B5EF4-FFF2-40B4-BE49-F238E27FC236}">
                <a16:creationId xmlns:a16="http://schemas.microsoft.com/office/drawing/2014/main" id="{DACE52E5-AEB7-424A-895C-904C053D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57625"/>
            <a:ext cx="933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0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No raw video</a:t>
            </a:r>
          </a:p>
          <a:p xmlns:a="http://schemas.openxmlformats.org/drawingml/2006/main">
            <a:pPr algn="l">
              <a:defRPr sz="1050" b="0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0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is transmitted</a:t>
            </a:r>
          </a:p>
        </p:txBody>
      </p:sp>
      <p:pic>
        <p:nvPicPr>
          <p:cNvPr id="2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4e346795c54960"/>
          <a:stretch xmlns:a="http://schemas.openxmlformats.org/drawingml/2006/main"/>
        </p:blipFill>
        <p:spPr>
          <a:xfrm xmlns:a="http://schemas.openxmlformats.org/drawingml/2006/main">
            <a:off x="12087225" y="1457325"/>
            <a:ext cx="552450" cy="447675"/>
          </a:xfrm>
          <a:prstGeom xmlns:a="http://schemas.openxmlformats.org/drawingml/2006/main" prst="rect">
            <a:avLst/>
          </a:prstGeom>
        </p:spPr>
      </p:pic>
      <p:sp>
        <p:nvSpPr>
          <p:cNvPr id="114" name="Text 67: 3">
            <a:extLst xmlns:a="http://schemas.openxmlformats.org/drawingml/2006/main">
              <a:ext uri="{FF2B5EF4-FFF2-40B4-BE49-F238E27FC236}">
                <a16:creationId xmlns:a16="http://schemas.microsoft.com/office/drawing/2014/main" id="{D6482C4B-D7BE-4220-A373-E78AB405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1466850"/>
            <a:ext cx="2952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6386"/>
                </a:solidFill>
                <a:latin typeface="Arial Narrow"/>
                <a:ea typeface="Arial Narrow"/>
                <a:cs typeface="Arial Narrow"/>
              </a:defRPr>
            </a:pPr>
            <a:r>
              <a:rPr sz="2250" b="1">
                <a:solidFill>
                  <a:srgbClr val="FF6386"/>
                </a:solidFill>
                <a:latin typeface="Arial Narrow"/>
                <a:ea typeface="Arial Narrow"/>
                <a:cs typeface="Arial Narrow"/>
              </a:rPr>
              <a:t>3</a:t>
            </a:r>
          </a:p>
        </p:txBody>
      </p:sp>
      <p:sp>
        <p:nvSpPr>
          <p:cNvPr id="115" name="Text 68: ATHLETE &amp; COACH TOOLS">
            <a:extLst xmlns:a="http://schemas.openxmlformats.org/drawingml/2006/main">
              <a:ext uri="{FF2B5EF4-FFF2-40B4-BE49-F238E27FC236}">
                <a16:creationId xmlns:a16="http://schemas.microsoft.com/office/drawing/2014/main" id="{C04E0576-3E11-48E8-855B-CE72085A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150495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ATHLETE &amp; COACH TOOLS</a:t>
            </a:r>
          </a:p>
        </p:txBody>
      </p:sp>
      <p:sp>
        <p:nvSpPr>
          <p:cNvPr id="116" name="Text 69: Secure tools for athletes, coaches and recruiters.">
            <a:extLst xmlns:a="http://schemas.openxmlformats.org/drawingml/2006/main">
              <a:ext uri="{FF2B5EF4-FFF2-40B4-BE49-F238E27FC236}">
                <a16:creationId xmlns:a16="http://schemas.microsoft.com/office/drawing/2014/main" id="{6B13D366-3D38-4057-ADDF-7DFB321D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1943100"/>
            <a:ext cx="3486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Secure tools for athletes, coaches and recruiters.</a:t>
            </a:r>
          </a:p>
        </p:txBody>
      </p:sp>
      <p:sp>
        <p:nvSpPr>
          <p:cNvPr id="117" name="Panel 70">
            <a:extLst xmlns:a="http://schemas.openxmlformats.org/drawingml/2006/main">
              <a:ext uri="{FF2B5EF4-FFF2-40B4-BE49-F238E27FC236}">
                <a16:creationId xmlns:a16="http://schemas.microsoft.com/office/drawing/2014/main" id="{FC87DD32-D87E-4594-B0FB-A91F9B7B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2219325"/>
            <a:ext cx="3276600" cy="1085850"/>
          </a:xfrm>
          <a:prstGeom xmlns:a="http://schemas.openxmlformats.org/drawingml/2006/main" prst="roundRect">
            <a:avLst>
              <a:gd name="adj" fmla="val 13158"/>
            </a:avLst>
          </a:prstGeom>
          <a:gradFill xmlns:a="http://schemas.openxmlformats.org/drawingml/2006/main">
            <a:gsLst>
              <a:gs pos="0">
                <a:srgbClr val="172037"/>
              </a:gs>
              <a:gs pos="100000">
                <a:srgbClr val="322035"/>
              </a:gs>
            </a:gsLst>
            <a:lin ang="0"/>
          </a:gradFill>
          <a:ln xmlns:a="http://schemas.openxmlformats.org/drawingml/2006/main" w="12383">
            <a:solidFill>
              <a:srgbClr val="FF6386"/>
            </a:solidFill>
            <a:prstDash val="solid"/>
          </a:ln>
        </p:spPr>
      </p:sp>
      <p:pic>
        <p:nvPicPr>
          <p:cNvPr id="2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e9a565f9424e78"/>
          <a:stretch xmlns:a="http://schemas.openxmlformats.org/drawingml/2006/main"/>
        </p:blipFill>
        <p:spPr>
          <a:xfrm xmlns:a="http://schemas.openxmlformats.org/drawingml/2006/main">
            <a:off x="12401550" y="2333625"/>
            <a:ext cx="771525" cy="819150"/>
          </a:xfrm>
          <a:prstGeom xmlns:a="http://schemas.openxmlformats.org/drawingml/2006/main" prst="rect">
            <a:avLst/>
          </a:prstGeom>
        </p:spPr>
      </p:pic>
      <p:sp>
        <p:nvSpPr>
          <p:cNvPr id="119" name="Text 71: Athlete">
            <a:extLst xmlns:a="http://schemas.openxmlformats.org/drawingml/2006/main">
              <a:ext uri="{FF2B5EF4-FFF2-40B4-BE49-F238E27FC236}">
                <a16:creationId xmlns:a16="http://schemas.microsoft.com/office/drawing/2014/main" id="{A37D2865-C4C9-4A39-B357-9B88754D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2552700"/>
            <a:ext cx="2047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Athlete</a:t>
            </a:r>
          </a:p>
        </p:txBody>
      </p:sp>
      <p:sp>
        <p:nvSpPr>
          <p:cNvPr id="120" name="Text 72: Reports, PDF export and progress">
            <a:extLst xmlns:a="http://schemas.openxmlformats.org/drawingml/2006/main">
              <a:ext uri="{FF2B5EF4-FFF2-40B4-BE49-F238E27FC236}">
                <a16:creationId xmlns:a16="http://schemas.microsoft.com/office/drawing/2014/main" id="{3E1BAD1D-8E0E-4DEF-8CDA-EC68621A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2838450"/>
            <a:ext cx="204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Reports, PDF export and progress</a:t>
            </a:r>
          </a:p>
        </p:txBody>
      </p:sp>
      <p:sp>
        <p:nvSpPr>
          <p:cNvPr id="121" name="Divider 73">
            <a:extLst xmlns:a="http://schemas.openxmlformats.org/drawingml/2006/main">
              <a:ext uri="{FF2B5EF4-FFF2-40B4-BE49-F238E27FC236}">
                <a16:creationId xmlns:a16="http://schemas.microsoft.com/office/drawing/2014/main" id="{E5F3B86B-7CF7-4FF6-8950-44407DE1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2828925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6B9FA"/>
            </a:solidFill>
            <a:prstDash val="solid"/>
          </a:ln>
        </p:spPr>
      </p:sp>
      <p:sp>
        <p:nvSpPr>
          <p:cNvPr id="122" name="Editable flow arrow 74">
            <a:extLst xmlns:a="http://schemas.openxmlformats.org/drawingml/2006/main">
              <a:ext uri="{FF2B5EF4-FFF2-40B4-BE49-F238E27FC236}">
                <a16:creationId xmlns:a16="http://schemas.microsoft.com/office/drawing/2014/main" id="{BCA34D8D-D7F6-4F58-82C7-4264CE51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2714625"/>
            <a:ext cx="1524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B9FA"/>
          </a:solidFill>
          <a:ln xmlns:a="http://schemas.openxmlformats.org/drawingml/2006/main" w="0">
            <a:noFill/>
          </a:ln>
        </p:spPr>
      </p:sp>
      <p:sp>
        <p:nvSpPr>
          <p:cNvPr id="123" name="Panel 75">
            <a:extLst xmlns:a="http://schemas.openxmlformats.org/drawingml/2006/main">
              <a:ext uri="{FF2B5EF4-FFF2-40B4-BE49-F238E27FC236}">
                <a16:creationId xmlns:a16="http://schemas.microsoft.com/office/drawing/2014/main" id="{2068FC5B-5820-45F6-924D-25755368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3514725"/>
            <a:ext cx="3276600" cy="1085850"/>
          </a:xfrm>
          <a:prstGeom xmlns:a="http://schemas.openxmlformats.org/drawingml/2006/main" prst="roundRect">
            <a:avLst>
              <a:gd name="adj" fmla="val 13158"/>
            </a:avLst>
          </a:prstGeom>
          <a:gradFill xmlns:a="http://schemas.openxmlformats.org/drawingml/2006/main">
            <a:gsLst>
              <a:gs pos="0">
                <a:srgbClr val="172037"/>
              </a:gs>
              <a:gs pos="100000">
                <a:srgbClr val="322035"/>
              </a:gs>
            </a:gsLst>
            <a:lin ang="0"/>
          </a:gradFill>
          <a:ln xmlns:a="http://schemas.openxmlformats.org/drawingml/2006/main" w="12383">
            <a:solidFill>
              <a:srgbClr val="FF6386"/>
            </a:solidFill>
            <a:prstDash val="solid"/>
          </a:ln>
        </p:spPr>
      </p:sp>
      <p:pic>
        <p:nvPicPr>
          <p:cNvPr id="2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ea9e54c5164aa0"/>
          <a:stretch xmlns:a="http://schemas.openxmlformats.org/drawingml/2006/main"/>
        </p:blipFill>
        <p:spPr>
          <a:xfrm xmlns:a="http://schemas.openxmlformats.org/drawingml/2006/main">
            <a:off x="12401550" y="3629025"/>
            <a:ext cx="771525" cy="819150"/>
          </a:xfrm>
          <a:prstGeom xmlns:a="http://schemas.openxmlformats.org/drawingml/2006/main" prst="rect">
            <a:avLst/>
          </a:prstGeom>
        </p:spPr>
      </p:pic>
      <p:sp>
        <p:nvSpPr>
          <p:cNvPr id="125" name="Text 76: Coach / Recruiter">
            <a:extLst xmlns:a="http://schemas.openxmlformats.org/drawingml/2006/main">
              <a:ext uri="{FF2B5EF4-FFF2-40B4-BE49-F238E27FC236}">
                <a16:creationId xmlns:a16="http://schemas.microsoft.com/office/drawing/2014/main" id="{D5626EB0-9176-4BD2-81D2-238A38E6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3848100"/>
            <a:ext cx="2047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Coach / Recruiter</a:t>
            </a:r>
          </a:p>
        </p:txBody>
      </p:sp>
      <p:sp>
        <p:nvSpPr>
          <p:cNvPr id="126" name="Text 77: Talent search and messaging">
            <a:extLst xmlns:a="http://schemas.openxmlformats.org/drawingml/2006/main">
              <a:ext uri="{FF2B5EF4-FFF2-40B4-BE49-F238E27FC236}">
                <a16:creationId xmlns:a16="http://schemas.microsoft.com/office/drawing/2014/main" id="{82C2E0B8-B177-4E1E-BD2A-1965A445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4133850"/>
            <a:ext cx="204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Talent search and messaging</a:t>
            </a:r>
          </a:p>
        </p:txBody>
      </p:sp>
      <p:sp>
        <p:nvSpPr>
          <p:cNvPr id="127" name="Divider 78">
            <a:extLst xmlns:a="http://schemas.openxmlformats.org/drawingml/2006/main">
              <a:ext uri="{FF2B5EF4-FFF2-40B4-BE49-F238E27FC236}">
                <a16:creationId xmlns:a16="http://schemas.microsoft.com/office/drawing/2014/main" id="{A5F32099-30CF-4293-996E-D57CBE7E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4124325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6B9FA"/>
            </a:solidFill>
            <a:prstDash val="solid"/>
          </a:ln>
        </p:spPr>
      </p:sp>
      <p:sp>
        <p:nvSpPr>
          <p:cNvPr id="128" name="Editable flow arrow 79">
            <a:extLst xmlns:a="http://schemas.openxmlformats.org/drawingml/2006/main">
              <a:ext uri="{FF2B5EF4-FFF2-40B4-BE49-F238E27FC236}">
                <a16:creationId xmlns:a16="http://schemas.microsoft.com/office/drawing/2014/main" id="{26A2AAFD-7662-463E-B83A-179040A4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4010025"/>
            <a:ext cx="1524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B9FA"/>
          </a:solidFill>
          <a:ln xmlns:a="http://schemas.openxmlformats.org/drawingml/2006/main" w="0">
            <a:noFill/>
          </a:ln>
        </p:spPr>
      </p:sp>
      <p:sp>
        <p:nvSpPr>
          <p:cNvPr id="129" name="Panel 80">
            <a:extLst xmlns:a="http://schemas.openxmlformats.org/drawingml/2006/main">
              <a:ext uri="{FF2B5EF4-FFF2-40B4-BE49-F238E27FC236}">
                <a16:creationId xmlns:a16="http://schemas.microsoft.com/office/drawing/2014/main" id="{C9F72177-36D1-4061-915A-8D80A07E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4810125"/>
            <a:ext cx="3276600" cy="1085850"/>
          </a:xfrm>
          <a:prstGeom xmlns:a="http://schemas.openxmlformats.org/drawingml/2006/main" prst="roundRect">
            <a:avLst>
              <a:gd name="adj" fmla="val 13158"/>
            </a:avLst>
          </a:prstGeom>
          <a:gradFill xmlns:a="http://schemas.openxmlformats.org/drawingml/2006/main">
            <a:gsLst>
              <a:gs pos="0">
                <a:srgbClr val="172037"/>
              </a:gs>
              <a:gs pos="100000">
                <a:srgbClr val="322035"/>
              </a:gs>
            </a:gsLst>
            <a:lin ang="0"/>
          </a:gradFill>
          <a:ln xmlns:a="http://schemas.openxmlformats.org/drawingml/2006/main" w="12383">
            <a:solidFill>
              <a:srgbClr val="FF6386"/>
            </a:solidFill>
            <a:prstDash val="solid"/>
          </a:ln>
        </p:spPr>
      </p:sp>
      <p:pic>
        <p:nvPicPr>
          <p:cNvPr id="3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314beec81d4192"/>
          <a:stretch xmlns:a="http://schemas.openxmlformats.org/drawingml/2006/main"/>
        </p:blipFill>
        <p:spPr>
          <a:xfrm xmlns:a="http://schemas.openxmlformats.org/drawingml/2006/main">
            <a:off x="12401550" y="4924425"/>
            <a:ext cx="771525" cy="819150"/>
          </a:xfrm>
          <a:prstGeom xmlns:a="http://schemas.openxmlformats.org/drawingml/2006/main" prst="rect">
            <a:avLst/>
          </a:prstGeom>
        </p:spPr>
      </p:pic>
      <p:sp>
        <p:nvSpPr>
          <p:cNvPr id="131" name="Text 81: Athlete comparison">
            <a:extLst xmlns:a="http://schemas.openxmlformats.org/drawingml/2006/main">
              <a:ext uri="{FF2B5EF4-FFF2-40B4-BE49-F238E27FC236}">
                <a16:creationId xmlns:a16="http://schemas.microsoft.com/office/drawing/2014/main" id="{50E5D43D-614D-467B-87E6-1A5BAC64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5143500"/>
            <a:ext cx="2047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Athlete comparison</a:t>
            </a:r>
          </a:p>
        </p:txBody>
      </p:sp>
      <p:sp>
        <p:nvSpPr>
          <p:cNvPr id="132" name="Text 82: Two-athlete radar + metric table">
            <a:extLst xmlns:a="http://schemas.openxmlformats.org/drawingml/2006/main">
              <a:ext uri="{FF2B5EF4-FFF2-40B4-BE49-F238E27FC236}">
                <a16:creationId xmlns:a16="http://schemas.microsoft.com/office/drawing/2014/main" id="{FE592798-3BED-4F38-801C-F5AA2AD0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5429250"/>
            <a:ext cx="204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Two-athlete radar + metric table</a:t>
            </a:r>
          </a:p>
        </p:txBody>
      </p:sp>
      <p:sp>
        <p:nvSpPr>
          <p:cNvPr id="133" name="Divider 83">
            <a:extLst xmlns:a="http://schemas.openxmlformats.org/drawingml/2006/main">
              <a:ext uri="{FF2B5EF4-FFF2-40B4-BE49-F238E27FC236}">
                <a16:creationId xmlns:a16="http://schemas.microsoft.com/office/drawing/2014/main" id="{6DA328E8-3CA3-438E-90FC-3351B403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5419725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6B9FA"/>
            </a:solidFill>
            <a:prstDash val="solid"/>
          </a:ln>
        </p:spPr>
      </p:sp>
      <p:sp>
        <p:nvSpPr>
          <p:cNvPr id="134" name="Editable flow arrow 84">
            <a:extLst xmlns:a="http://schemas.openxmlformats.org/drawingml/2006/main">
              <a:ext uri="{FF2B5EF4-FFF2-40B4-BE49-F238E27FC236}">
                <a16:creationId xmlns:a16="http://schemas.microsoft.com/office/drawing/2014/main" id="{63AD4266-F943-4136-8DA0-A9B5F648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5305425"/>
            <a:ext cx="1524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B9FA"/>
          </a:solidFill>
          <a:ln xmlns:a="http://schemas.openxmlformats.org/drawingml/2006/main" w="0">
            <a:noFill/>
          </a:ln>
        </p:spPr>
      </p:sp>
      <p:sp>
        <p:nvSpPr>
          <p:cNvPr id="135" name="Panel 85">
            <a:extLst xmlns:a="http://schemas.openxmlformats.org/drawingml/2006/main">
              <a:ext uri="{FF2B5EF4-FFF2-40B4-BE49-F238E27FC236}">
                <a16:creationId xmlns:a16="http://schemas.microsoft.com/office/drawing/2014/main" id="{9FB7E96F-A75C-472B-B1D8-F2FEE745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6057900"/>
            <a:ext cx="3476625" cy="57150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00372F"/>
          </a:solidFill>
          <a:ln xmlns:a="http://schemas.openxmlformats.org/drawingml/2006/main" w="13335">
            <a:solidFill>
              <a:srgbClr val="50F4BC"/>
            </a:solidFill>
            <a:prstDash val="solid"/>
          </a:ln>
        </p:spPr>
      </p:sp>
      <p:pic>
        <p:nvPicPr>
          <p:cNvPr id="3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32e1b9dfa94895"/>
          <a:stretch xmlns:a="http://schemas.openxmlformats.org/drawingml/2006/main"/>
        </p:blipFill>
        <p:spPr>
          <a:xfrm xmlns:a="http://schemas.openxmlformats.org/drawingml/2006/main">
            <a:off x="12230100" y="6162675"/>
            <a:ext cx="352425" cy="381000"/>
          </a:xfrm>
          <a:prstGeom xmlns:a="http://schemas.openxmlformats.org/drawingml/2006/main" prst="rect">
            <a:avLst/>
          </a:prstGeom>
        </p:spPr>
      </p:pic>
      <p:sp>
        <p:nvSpPr>
          <p:cNvPr id="137" name="Text 86: Privacy Center:">
            <a:extLst xmlns:a="http://schemas.openxmlformats.org/drawingml/2006/main">
              <a:ext uri="{FF2B5EF4-FFF2-40B4-BE49-F238E27FC236}">
                <a16:creationId xmlns:a16="http://schemas.microsoft.com/office/drawing/2014/main" id="{8116E6E6-87B0-4493-B156-A63A9CA4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6286500"/>
            <a:ext cx="1219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0F4BC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1">
                <a:solidFill>
                  <a:srgbClr val="50F4BC"/>
                </a:solidFill>
                <a:latin typeface="Arial Narrow"/>
                <a:ea typeface="Arial Narrow"/>
                <a:cs typeface="Arial Narrow"/>
              </a:rPr>
              <a:t>Privacy Center:</a:t>
            </a:r>
          </a:p>
        </p:txBody>
      </p:sp>
      <p:sp>
        <p:nvSpPr>
          <p:cNvPr id="138" name="Text 87: consent, export, delete">
            <a:extLst xmlns:a="http://schemas.openxmlformats.org/drawingml/2006/main">
              <a:ext uri="{FF2B5EF4-FFF2-40B4-BE49-F238E27FC236}">
                <a16:creationId xmlns:a16="http://schemas.microsoft.com/office/drawing/2014/main" id="{8523676D-09C8-446C-82BD-97D29EBD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5075" y="6286500"/>
            <a:ext cx="1552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F4BC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0">
                <a:solidFill>
                  <a:srgbClr val="50F4BC"/>
                </a:solidFill>
                <a:latin typeface="Arial Narrow"/>
                <a:ea typeface="Arial Narrow"/>
                <a:cs typeface="Arial Narrow"/>
              </a:rPr>
              <a:t>consent, export, delete</a:t>
            </a:r>
          </a:p>
        </p:txBody>
      </p:sp>
      <p:sp>
        <p:nvSpPr>
          <p:cNvPr id="139" name="Panel 88">
            <a:extLst xmlns:a="http://schemas.openxmlformats.org/drawingml/2006/main">
              <a:ext uri="{FF2B5EF4-FFF2-40B4-BE49-F238E27FC236}">
                <a16:creationId xmlns:a16="http://schemas.microsoft.com/office/drawing/2014/main" id="{0317CA27-8781-43CF-911C-8C82D947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048500"/>
            <a:ext cx="15449550" cy="13716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1430">
            <a:solidFill>
              <a:srgbClr val="06B9FA"/>
            </a:solidFill>
            <a:prstDash val="solid"/>
          </a:ln>
        </p:spPr>
      </p:sp>
      <p:pic>
        <p:nvPicPr>
          <p:cNvPr id="3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bae4bf95f7409a"/>
          <a:stretch xmlns:a="http://schemas.openxmlformats.org/drawingml/2006/main"/>
        </p:blipFill>
        <p:spPr>
          <a:xfrm xmlns:a="http://schemas.openxmlformats.org/drawingml/2006/main">
            <a:off x="476250" y="7362825"/>
            <a:ext cx="438150" cy="485775"/>
          </a:xfrm>
          <a:prstGeom xmlns:a="http://schemas.openxmlformats.org/drawingml/2006/main" prst="rect">
            <a:avLst/>
          </a:prstGeom>
        </p:spPr>
      </p:pic>
      <p:sp>
        <p:nvSpPr>
          <p:cNvPr id="141" name="Text 89: TECH STACK">
            <a:extLst xmlns:a="http://schemas.openxmlformats.org/drawingml/2006/main">
              <a:ext uri="{FF2B5EF4-FFF2-40B4-BE49-F238E27FC236}">
                <a16:creationId xmlns:a16="http://schemas.microsoft.com/office/drawing/2014/main" id="{047F1744-BB98-4C70-A54F-4EFF589E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74485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TECH STACK</a:t>
            </a:r>
          </a:p>
        </p:txBody>
      </p:sp>
      <p:sp>
        <p:nvSpPr>
          <p:cNvPr id="142" name="Text 90: Core technologies used in AthletixAI.">
            <a:extLst xmlns:a="http://schemas.openxmlformats.org/drawingml/2006/main">
              <a:ext uri="{FF2B5EF4-FFF2-40B4-BE49-F238E27FC236}">
                <a16:creationId xmlns:a16="http://schemas.microsoft.com/office/drawing/2014/main" id="{EBADE0BD-7D6F-4E01-B260-9A95AC96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772400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Core technologies used in</a:t>
            </a:r>
          </a:p>
          <a:p xmlns:a="http://schemas.openxmlformats.org/drawingml/2006/main">
            <a:pPr algn="l">
              <a:defRPr sz="12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AthletixAI.</a:t>
            </a:r>
          </a:p>
        </p:txBody>
      </p:sp>
      <p:sp>
        <p:nvSpPr>
          <p:cNvPr id="143" name="Panel 91">
            <a:extLst xmlns:a="http://schemas.openxmlformats.org/drawingml/2006/main">
              <a:ext uri="{FF2B5EF4-FFF2-40B4-BE49-F238E27FC236}">
                <a16:creationId xmlns:a16="http://schemas.microsoft.com/office/drawing/2014/main" id="{51A9E817-EAA8-4359-B7EE-B78E1729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7181850"/>
            <a:ext cx="1476375" cy="1104900"/>
          </a:xfrm>
          <a:prstGeom xmlns:a="http://schemas.openxmlformats.org/drawingml/2006/main" prst="roundRect">
            <a:avLst>
              <a:gd name="adj" fmla="val 9483"/>
            </a:avLst>
          </a:prstGeom>
          <a:solidFill xmlns:a="http://schemas.openxmlformats.org/drawingml/2006/main">
            <a:srgbClr val="002037"/>
          </a:solidFill>
          <a:ln xmlns:a="http://schemas.openxmlformats.org/drawingml/2006/main" w="9525">
            <a:solidFill>
              <a:srgbClr val="075985"/>
            </a:solidFill>
            <a:prstDash val="solid"/>
          </a:ln>
        </p:spPr>
      </p:sp>
      <p:pic>
        <p:nvPicPr>
          <p:cNvPr id="3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00907b8c2c4ff9"/>
          <a:stretch xmlns:a="http://schemas.openxmlformats.org/drawingml/2006/main"/>
        </p:blipFill>
        <p:spPr>
          <a:xfrm xmlns:a="http://schemas.openxmlformats.org/drawingml/2006/main">
            <a:off x="2971800" y="7338715"/>
            <a:ext cx="371475" cy="410170"/>
          </a:xfrm>
          <a:prstGeom xmlns:a="http://schemas.openxmlformats.org/drawingml/2006/main" prst="rect">
            <a:avLst/>
          </a:prstGeom>
        </p:spPr>
      </p:pic>
      <p:sp>
        <p:nvSpPr>
          <p:cNvPr id="145" name="Text 92: JavaScript">
            <a:extLst xmlns:a="http://schemas.openxmlformats.org/drawingml/2006/main">
              <a:ext uri="{FF2B5EF4-FFF2-40B4-BE49-F238E27FC236}">
                <a16:creationId xmlns:a16="http://schemas.microsoft.com/office/drawing/2014/main" id="{92157D9D-C032-4823-B68F-0B09C92B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7439025"/>
            <a:ext cx="885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JavaScript</a:t>
            </a:r>
          </a:p>
        </p:txBody>
      </p:sp>
      <p:sp>
        <p:nvSpPr>
          <p:cNvPr id="146" name="Text 93: Browser application">
            <a:extLst xmlns:a="http://schemas.openxmlformats.org/drawingml/2006/main">
              <a:ext uri="{FF2B5EF4-FFF2-40B4-BE49-F238E27FC236}">
                <a16:creationId xmlns:a16="http://schemas.microsoft.com/office/drawing/2014/main" id="{09381971-2C4B-44CB-BA97-39F9A366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78486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Browser application</a:t>
            </a:r>
          </a:p>
        </p:txBody>
      </p:sp>
      <p:sp>
        <p:nvSpPr>
          <p:cNvPr id="147" name="Panel 94">
            <a:extLst xmlns:a="http://schemas.openxmlformats.org/drawingml/2006/main">
              <a:ext uri="{FF2B5EF4-FFF2-40B4-BE49-F238E27FC236}">
                <a16:creationId xmlns:a16="http://schemas.microsoft.com/office/drawing/2014/main" id="{D7C46DF3-F3D3-4206-B1ED-20724587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7181850"/>
            <a:ext cx="1476375" cy="1104900"/>
          </a:xfrm>
          <a:prstGeom xmlns:a="http://schemas.openxmlformats.org/drawingml/2006/main" prst="roundRect">
            <a:avLst>
              <a:gd name="adj" fmla="val 9483"/>
            </a:avLst>
          </a:prstGeom>
          <a:solidFill xmlns:a="http://schemas.openxmlformats.org/drawingml/2006/main">
            <a:srgbClr val="002037"/>
          </a:solidFill>
          <a:ln xmlns:a="http://schemas.openxmlformats.org/drawingml/2006/main" w="9525">
            <a:solidFill>
              <a:srgbClr val="075985"/>
            </a:solidFill>
            <a:prstDash val="solid"/>
          </a:ln>
        </p:spPr>
      </p:sp>
      <p:pic>
        <p:nvPicPr>
          <p:cNvPr id="3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6b8f685d5240a9"/>
          <a:stretch xmlns:a="http://schemas.openxmlformats.org/drawingml/2006/main"/>
        </p:blipFill>
        <p:spPr>
          <a:xfrm xmlns:a="http://schemas.openxmlformats.org/drawingml/2006/main">
            <a:off x="4519124" y="7334250"/>
            <a:ext cx="343877" cy="419100"/>
          </a:xfrm>
          <a:prstGeom xmlns:a="http://schemas.openxmlformats.org/drawingml/2006/main" prst="rect">
            <a:avLst/>
          </a:prstGeom>
        </p:spPr>
      </p:pic>
      <p:sp>
        <p:nvSpPr>
          <p:cNvPr id="149" name="Text 95: MediaPipe">
            <a:extLst xmlns:a="http://schemas.openxmlformats.org/drawingml/2006/main">
              <a:ext uri="{FF2B5EF4-FFF2-40B4-BE49-F238E27FC236}">
                <a16:creationId xmlns:a16="http://schemas.microsoft.com/office/drawing/2014/main" id="{0B0F3537-B0ED-45FD-9C46-BAE53982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7439025"/>
            <a:ext cx="885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MediaPipe</a:t>
            </a:r>
          </a:p>
        </p:txBody>
      </p:sp>
      <p:sp>
        <p:nvSpPr>
          <p:cNvPr id="150" name="Text 96: Pose estimation in the browser">
            <a:extLst xmlns:a="http://schemas.openxmlformats.org/drawingml/2006/main">
              <a:ext uri="{FF2B5EF4-FFF2-40B4-BE49-F238E27FC236}">
                <a16:creationId xmlns:a16="http://schemas.microsoft.com/office/drawing/2014/main" id="{76A1308F-0395-4E92-A522-E0D4F147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78486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Pose estimation</a:t>
            </a:r>
          </a:p>
          <a:p xmlns:a="http://schemas.openxmlformats.org/drawingml/2006/main">
            <a:pPr algn="l">
              <a:def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in the browser</a:t>
            </a:r>
          </a:p>
        </p:txBody>
      </p:sp>
      <p:sp>
        <p:nvSpPr>
          <p:cNvPr id="151" name="Panel 97">
            <a:extLst xmlns:a="http://schemas.openxmlformats.org/drawingml/2006/main">
              <a:ext uri="{FF2B5EF4-FFF2-40B4-BE49-F238E27FC236}">
                <a16:creationId xmlns:a16="http://schemas.microsoft.com/office/drawing/2014/main" id="{6211ABA7-D5EA-4BB1-BDE1-14E216F0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7181850"/>
            <a:ext cx="1476375" cy="1104900"/>
          </a:xfrm>
          <a:prstGeom xmlns:a="http://schemas.openxmlformats.org/drawingml/2006/main" prst="roundRect">
            <a:avLst>
              <a:gd name="adj" fmla="val 9483"/>
            </a:avLst>
          </a:prstGeom>
          <a:solidFill xmlns:a="http://schemas.openxmlformats.org/drawingml/2006/main">
            <a:srgbClr val="002037"/>
          </a:solidFill>
          <a:ln xmlns:a="http://schemas.openxmlformats.org/drawingml/2006/main" w="9525">
            <a:solidFill>
              <a:srgbClr val="075985"/>
            </a:solidFill>
            <a:prstDash val="solid"/>
          </a:ln>
        </p:spPr>
      </p:sp>
      <p:pic>
        <p:nvPicPr>
          <p:cNvPr id="3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2c68b080d34bde"/>
          <a:stretch xmlns:a="http://schemas.openxmlformats.org/drawingml/2006/main"/>
        </p:blipFill>
        <p:spPr>
          <a:xfrm xmlns:a="http://schemas.openxmlformats.org/drawingml/2006/main">
            <a:off x="6057900" y="7367349"/>
            <a:ext cx="371475" cy="352901"/>
          </a:xfrm>
          <a:prstGeom xmlns:a="http://schemas.openxmlformats.org/drawingml/2006/main" prst="rect">
            <a:avLst/>
          </a:prstGeom>
        </p:spPr>
      </p:pic>
      <p:sp>
        <p:nvSpPr>
          <p:cNvPr id="153" name="Text 98: Python">
            <a:extLst xmlns:a="http://schemas.openxmlformats.org/drawingml/2006/main">
              <a:ext uri="{FF2B5EF4-FFF2-40B4-BE49-F238E27FC236}">
                <a16:creationId xmlns:a16="http://schemas.microsoft.com/office/drawing/2014/main" id="{F56D02D1-711B-45FA-9E1B-08A8E35F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7439025"/>
            <a:ext cx="885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Python</a:t>
            </a:r>
          </a:p>
        </p:txBody>
      </p:sp>
      <p:sp>
        <p:nvSpPr>
          <p:cNvPr id="154" name="Text 99: Backend language">
            <a:extLst xmlns:a="http://schemas.openxmlformats.org/drawingml/2006/main">
              <a:ext uri="{FF2B5EF4-FFF2-40B4-BE49-F238E27FC236}">
                <a16:creationId xmlns:a16="http://schemas.microsoft.com/office/drawing/2014/main" id="{D69C2939-80BC-47F7-996E-46A5D7FA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78486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Backend language</a:t>
            </a:r>
          </a:p>
        </p:txBody>
      </p:sp>
      <p:sp>
        <p:nvSpPr>
          <p:cNvPr id="155" name="Panel 100">
            <a:extLst xmlns:a="http://schemas.openxmlformats.org/drawingml/2006/main">
              <a:ext uri="{FF2B5EF4-FFF2-40B4-BE49-F238E27FC236}">
                <a16:creationId xmlns:a16="http://schemas.microsoft.com/office/drawing/2014/main" id="{1E380101-37D8-42D8-8645-F3D800D3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7181850"/>
            <a:ext cx="1495425" cy="1104900"/>
          </a:xfrm>
          <a:prstGeom xmlns:a="http://schemas.openxmlformats.org/drawingml/2006/main" prst="roundRect">
            <a:avLst>
              <a:gd name="adj" fmla="val 9483"/>
            </a:avLst>
          </a:prstGeom>
          <a:solidFill xmlns:a="http://schemas.openxmlformats.org/drawingml/2006/main">
            <a:srgbClr val="002037"/>
          </a:solidFill>
          <a:ln xmlns:a="http://schemas.openxmlformats.org/drawingml/2006/main" w="9525">
            <a:solidFill>
              <a:srgbClr val="075985"/>
            </a:solidFill>
            <a:prstDash val="solid"/>
          </a:ln>
        </p:spPr>
      </p:sp>
      <p:pic>
        <p:nvPicPr>
          <p:cNvPr id="3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474d0f94ec4598"/>
          <a:stretch xmlns:a="http://schemas.openxmlformats.org/drawingml/2006/main"/>
        </p:blipFill>
        <p:spPr>
          <a:xfrm xmlns:a="http://schemas.openxmlformats.org/drawingml/2006/main">
            <a:off x="7644015" y="7334250"/>
            <a:ext cx="285345" cy="419100"/>
          </a:xfrm>
          <a:prstGeom xmlns:a="http://schemas.openxmlformats.org/drawingml/2006/main" prst="rect">
            <a:avLst/>
          </a:prstGeom>
        </p:spPr>
      </p:pic>
      <p:sp>
        <p:nvSpPr>
          <p:cNvPr id="157" name="Text 101: Flask">
            <a:extLst xmlns:a="http://schemas.openxmlformats.org/drawingml/2006/main">
              <a:ext uri="{FF2B5EF4-FFF2-40B4-BE49-F238E27FC236}">
                <a16:creationId xmlns:a16="http://schemas.microsoft.com/office/drawing/2014/main" id="{175D2736-7528-4A31-A775-3B877281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7439025"/>
            <a:ext cx="904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Flask</a:t>
            </a:r>
          </a:p>
        </p:txBody>
      </p:sp>
      <p:sp>
        <p:nvSpPr>
          <p:cNvPr id="158" name="Text 102: Web framework">
            <a:extLst xmlns:a="http://schemas.openxmlformats.org/drawingml/2006/main">
              <a:ext uri="{FF2B5EF4-FFF2-40B4-BE49-F238E27FC236}">
                <a16:creationId xmlns:a16="http://schemas.microsoft.com/office/drawing/2014/main" id="{C5AD3D7B-857E-4C02-B609-1D6B0381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784860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Web framework</a:t>
            </a:r>
          </a:p>
        </p:txBody>
      </p:sp>
      <p:sp>
        <p:nvSpPr>
          <p:cNvPr id="159" name="Panel 103">
            <a:extLst xmlns:a="http://schemas.openxmlformats.org/drawingml/2006/main">
              <a:ext uri="{FF2B5EF4-FFF2-40B4-BE49-F238E27FC236}">
                <a16:creationId xmlns:a16="http://schemas.microsoft.com/office/drawing/2014/main" id="{917ADC13-60BC-4790-BC78-D2556B45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7181850"/>
            <a:ext cx="1504950" cy="1104900"/>
          </a:xfrm>
          <a:prstGeom xmlns:a="http://schemas.openxmlformats.org/drawingml/2006/main" prst="roundRect">
            <a:avLst>
              <a:gd name="adj" fmla="val 9483"/>
            </a:avLst>
          </a:prstGeom>
          <a:solidFill xmlns:a="http://schemas.openxmlformats.org/drawingml/2006/main">
            <a:srgbClr val="002037"/>
          </a:solidFill>
          <a:ln xmlns:a="http://schemas.openxmlformats.org/drawingml/2006/main" w="9525">
            <a:solidFill>
              <a:srgbClr val="075985"/>
            </a:solidFill>
            <a:prstDash val="solid"/>
          </a:ln>
        </p:spPr>
      </p:sp>
      <p:pic>
        <p:nvPicPr>
          <p:cNvPr id="3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e0250eb5c64747"/>
          <a:stretch xmlns:a="http://schemas.openxmlformats.org/drawingml/2006/main"/>
        </p:blipFill>
        <p:spPr>
          <a:xfrm xmlns:a="http://schemas.openxmlformats.org/drawingml/2006/main">
            <a:off x="9177338" y="7334250"/>
            <a:ext cx="342900" cy="419100"/>
          </a:xfrm>
          <a:prstGeom xmlns:a="http://schemas.openxmlformats.org/drawingml/2006/main" prst="rect">
            <a:avLst/>
          </a:prstGeom>
        </p:spPr>
      </p:pic>
      <p:sp>
        <p:nvSpPr>
          <p:cNvPr id="161" name="Text 104: SQLite">
            <a:extLst xmlns:a="http://schemas.openxmlformats.org/drawingml/2006/main">
              <a:ext uri="{FF2B5EF4-FFF2-40B4-BE49-F238E27FC236}">
                <a16:creationId xmlns:a16="http://schemas.microsoft.com/office/drawing/2014/main" id="{616192BF-CB5E-46CD-A7F5-3ADF8FEE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7439025"/>
            <a:ext cx="914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SQLite</a:t>
            </a:r>
          </a:p>
        </p:txBody>
      </p:sp>
      <p:sp>
        <p:nvSpPr>
          <p:cNvPr id="162" name="Text 105: Lightweight database">
            <a:extLst xmlns:a="http://schemas.openxmlformats.org/drawingml/2006/main">
              <a:ext uri="{FF2B5EF4-FFF2-40B4-BE49-F238E27FC236}">
                <a16:creationId xmlns:a16="http://schemas.microsoft.com/office/drawing/2014/main" id="{E3C7995C-0D74-4EBD-AB29-3CA2DCB0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7848600"/>
            <a:ext cx="1323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Lightweight database</a:t>
            </a:r>
          </a:p>
        </p:txBody>
      </p:sp>
      <p:sp>
        <p:nvSpPr>
          <p:cNvPr id="163" name="Panel 106">
            <a:extLst xmlns:a="http://schemas.openxmlformats.org/drawingml/2006/main">
              <a:ext uri="{FF2B5EF4-FFF2-40B4-BE49-F238E27FC236}">
                <a16:creationId xmlns:a16="http://schemas.microsoft.com/office/drawing/2014/main" id="{57BB8CAA-053C-4ED3-9539-D9CDB764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7181850"/>
            <a:ext cx="1571625" cy="1104900"/>
          </a:xfrm>
          <a:prstGeom xmlns:a="http://schemas.openxmlformats.org/drawingml/2006/main" prst="roundRect">
            <a:avLst>
              <a:gd name="adj" fmla="val 9483"/>
            </a:avLst>
          </a:prstGeom>
          <a:solidFill xmlns:a="http://schemas.openxmlformats.org/drawingml/2006/main">
            <a:srgbClr val="002037"/>
          </a:solidFill>
          <a:ln xmlns:a="http://schemas.openxmlformats.org/drawingml/2006/main" w="9525">
            <a:solidFill>
              <a:srgbClr val="075985"/>
            </a:solidFill>
            <a:prstDash val="solid"/>
          </a:ln>
        </p:spPr>
      </p:sp>
      <p:pic>
        <p:nvPicPr>
          <p:cNvPr id="3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18892c6ceb4016"/>
          <a:stretch xmlns:a="http://schemas.openxmlformats.org/drawingml/2006/main"/>
        </p:blipFill>
        <p:spPr>
          <a:xfrm xmlns:a="http://schemas.openxmlformats.org/drawingml/2006/main">
            <a:off x="10754065" y="7334250"/>
            <a:ext cx="351745" cy="419100"/>
          </a:xfrm>
          <a:prstGeom xmlns:a="http://schemas.openxmlformats.org/drawingml/2006/main" prst="rect">
            <a:avLst/>
          </a:prstGeom>
        </p:spPr>
      </p:pic>
      <p:sp>
        <p:nvSpPr>
          <p:cNvPr id="165" name="Text 107: Chart.js">
            <a:extLst xmlns:a="http://schemas.openxmlformats.org/drawingml/2006/main">
              <a:ext uri="{FF2B5EF4-FFF2-40B4-BE49-F238E27FC236}">
                <a16:creationId xmlns:a16="http://schemas.microsoft.com/office/drawing/2014/main" id="{B53E0E96-2159-4EBE-98D5-0F53B265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7439025"/>
            <a:ext cx="9810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Chart.js</a:t>
            </a:r>
          </a:p>
        </p:txBody>
      </p:sp>
      <p:sp>
        <p:nvSpPr>
          <p:cNvPr id="166" name="Text 108: Visualizations">
            <a:extLst xmlns:a="http://schemas.openxmlformats.org/drawingml/2006/main">
              <a:ext uri="{FF2B5EF4-FFF2-40B4-BE49-F238E27FC236}">
                <a16:creationId xmlns:a16="http://schemas.microsoft.com/office/drawing/2014/main" id="{CD8627B1-305F-4A98-B006-749D661E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7848600"/>
            <a:ext cx="139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Visualizations</a:t>
            </a:r>
          </a:p>
        </p:txBody>
      </p:sp>
      <p:sp>
        <p:nvSpPr>
          <p:cNvPr id="167" name="Panel 109">
            <a:extLst xmlns:a="http://schemas.openxmlformats.org/drawingml/2006/main">
              <a:ext uri="{FF2B5EF4-FFF2-40B4-BE49-F238E27FC236}">
                <a16:creationId xmlns:a16="http://schemas.microsoft.com/office/drawing/2014/main" id="{2DA5CF70-7F5A-4343-A292-30B4C1E4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181850"/>
            <a:ext cx="1543050" cy="1104900"/>
          </a:xfrm>
          <a:prstGeom xmlns:a="http://schemas.openxmlformats.org/drawingml/2006/main" prst="roundRect">
            <a:avLst>
              <a:gd name="adj" fmla="val 9483"/>
            </a:avLst>
          </a:prstGeom>
          <a:solidFill xmlns:a="http://schemas.openxmlformats.org/drawingml/2006/main">
            <a:srgbClr val="002037"/>
          </a:solidFill>
          <a:ln xmlns:a="http://schemas.openxmlformats.org/drawingml/2006/main" w="9525">
            <a:solidFill>
              <a:srgbClr val="075985"/>
            </a:solidFill>
            <a:prstDash val="solid"/>
          </a:ln>
        </p:spPr>
      </p:sp>
      <p:pic>
        <p:nvPicPr>
          <p:cNvPr id="3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195545719740e9"/>
          <a:stretch xmlns:a="http://schemas.openxmlformats.org/drawingml/2006/main"/>
        </p:blipFill>
        <p:spPr>
          <a:xfrm xmlns:a="http://schemas.openxmlformats.org/drawingml/2006/main">
            <a:off x="12392025" y="7358063"/>
            <a:ext cx="371475" cy="371475"/>
          </a:xfrm>
          <a:prstGeom xmlns:a="http://schemas.openxmlformats.org/drawingml/2006/main" prst="rect">
            <a:avLst/>
          </a:prstGeom>
        </p:spPr>
      </p:pic>
      <p:sp>
        <p:nvSpPr>
          <p:cNvPr id="169" name="Text 110: jsPDF">
            <a:extLst xmlns:a="http://schemas.openxmlformats.org/drawingml/2006/main">
              <a:ext uri="{FF2B5EF4-FFF2-40B4-BE49-F238E27FC236}">
                <a16:creationId xmlns:a16="http://schemas.microsoft.com/office/drawing/2014/main" id="{78F97A23-31AA-48BD-A5CE-B2171474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0175" y="7439025"/>
            <a:ext cx="95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jsPDF</a:t>
            </a:r>
          </a:p>
        </p:txBody>
      </p:sp>
      <p:sp>
        <p:nvSpPr>
          <p:cNvPr id="170" name="Text 111: PDF reports">
            <a:extLst xmlns:a="http://schemas.openxmlformats.org/drawingml/2006/main">
              <a:ext uri="{FF2B5EF4-FFF2-40B4-BE49-F238E27FC236}">
                <a16:creationId xmlns:a16="http://schemas.microsoft.com/office/drawing/2014/main" id="{93C31E9A-52A2-4BC5-A387-5430DBC5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2025" y="7848600"/>
            <a:ext cx="1362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PDF reports</a:t>
            </a:r>
          </a:p>
        </p:txBody>
      </p:sp>
      <p:sp>
        <p:nvSpPr>
          <p:cNvPr id="171" name="Panel 112">
            <a:extLst xmlns:a="http://schemas.openxmlformats.org/drawingml/2006/main">
              <a:ext uri="{FF2B5EF4-FFF2-40B4-BE49-F238E27FC236}">
                <a16:creationId xmlns:a16="http://schemas.microsoft.com/office/drawing/2014/main" id="{5A6862FE-E9EB-47CC-ACF1-FB44694E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181850"/>
            <a:ext cx="1685925" cy="1104900"/>
          </a:xfrm>
          <a:prstGeom xmlns:a="http://schemas.openxmlformats.org/drawingml/2006/main" prst="roundRect">
            <a:avLst>
              <a:gd name="adj" fmla="val 9483"/>
            </a:avLst>
          </a:prstGeom>
          <a:solidFill xmlns:a="http://schemas.openxmlformats.org/drawingml/2006/main">
            <a:srgbClr val="002037"/>
          </a:solidFill>
          <a:ln xmlns:a="http://schemas.openxmlformats.org/drawingml/2006/main" w="9525">
            <a:solidFill>
              <a:srgbClr val="075985"/>
            </a:solidFill>
            <a:prstDash val="solid"/>
          </a:ln>
        </p:spPr>
      </p:sp>
      <p:pic>
        <p:nvPicPr>
          <p:cNvPr id="3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84b85dc9254b0f"/>
          <a:stretch xmlns:a="http://schemas.openxmlformats.org/drawingml/2006/main"/>
        </p:blipFill>
        <p:spPr>
          <a:xfrm xmlns:a="http://schemas.openxmlformats.org/drawingml/2006/main">
            <a:off x="14011275" y="7349620"/>
            <a:ext cx="371475" cy="388360"/>
          </a:xfrm>
          <a:prstGeom xmlns:a="http://schemas.openxmlformats.org/drawingml/2006/main" prst="rect">
            <a:avLst/>
          </a:prstGeom>
        </p:spPr>
      </p:pic>
      <p:sp>
        <p:nvSpPr>
          <p:cNvPr id="173" name="Text 113: Render">
            <a:extLst xmlns:a="http://schemas.openxmlformats.org/drawingml/2006/main">
              <a:ext uri="{FF2B5EF4-FFF2-40B4-BE49-F238E27FC236}">
                <a16:creationId xmlns:a16="http://schemas.microsoft.com/office/drawing/2014/main" id="{24AD12C6-2D32-4EE3-9315-19C993AA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9425" y="7439025"/>
            <a:ext cx="1095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Render</a:t>
            </a:r>
          </a:p>
        </p:txBody>
      </p:sp>
      <p:sp>
        <p:nvSpPr>
          <p:cNvPr id="174" name="Text 114: Hosting and deployment">
            <a:extLst xmlns:a="http://schemas.openxmlformats.org/drawingml/2006/main">
              <a:ext uri="{FF2B5EF4-FFF2-40B4-BE49-F238E27FC236}">
                <a16:creationId xmlns:a16="http://schemas.microsoft.com/office/drawing/2014/main" id="{29CED7EF-2F03-45DF-9417-202E428A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1275" y="7848600"/>
            <a:ext cx="1504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Hosting and deployment</a:t>
            </a:r>
          </a:p>
        </p:txBody>
      </p:sp>
    </p:spTree>
    <p:extLst>
      <p:ext uri="{BB962C8B-B14F-4D97-AF65-F5344CB8AC3E}">
        <p14:creationId xmlns:p14="http://schemas.microsoft.com/office/powerpoint/2010/main" val="15564846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15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a787523ca24c41"/>
          <a:stretch xmlns:a="http://schemas.openxmlformats.org/drawingml/2006/main"/>
        </p:blipFill>
        <p:spPr>
          <a:xfrm xmlns:a="http://schemas.openxmlformats.org/drawingml/2006/main">
            <a:off x="0" y="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273bddd8104d24"/>
          <a:stretch xmlns:a="http://schemas.openxmlformats.org/drawingml/2006/main"/>
        </p:blipFill>
        <p:spPr>
          <a:xfrm xmlns:a="http://schemas.openxmlformats.org/drawingml/2006/main">
            <a:off x="0" y="2952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e73ceef92846f3"/>
          <a:stretch xmlns:a="http://schemas.openxmlformats.org/drawingml/2006/main"/>
        </p:blipFill>
        <p:spPr>
          <a:xfrm xmlns:a="http://schemas.openxmlformats.org/drawingml/2006/main">
            <a:off x="0" y="5905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2189e800c34634"/>
          <a:stretch xmlns:a="http://schemas.openxmlformats.org/drawingml/2006/main"/>
        </p:blipFill>
        <p:spPr>
          <a:xfrm xmlns:a="http://schemas.openxmlformats.org/drawingml/2006/main">
            <a:off x="0" y="8858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a49056f8bf42e2"/>
          <a:stretch xmlns:a="http://schemas.openxmlformats.org/drawingml/2006/main"/>
        </p:blipFill>
        <p:spPr>
          <a:xfrm xmlns:a="http://schemas.openxmlformats.org/drawingml/2006/main">
            <a:off x="0" y="11811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e6459b1104327"/>
          <a:stretch xmlns:a="http://schemas.openxmlformats.org/drawingml/2006/main"/>
        </p:blipFill>
        <p:spPr>
          <a:xfrm xmlns:a="http://schemas.openxmlformats.org/drawingml/2006/main">
            <a:off x="0" y="14763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56cb5d284945dd"/>
          <a:stretch xmlns:a="http://schemas.openxmlformats.org/drawingml/2006/main"/>
        </p:blipFill>
        <p:spPr>
          <a:xfrm xmlns:a="http://schemas.openxmlformats.org/drawingml/2006/main">
            <a:off x="0" y="17716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49527f1ed544d1"/>
          <a:stretch xmlns:a="http://schemas.openxmlformats.org/drawingml/2006/main"/>
        </p:blipFill>
        <p:spPr>
          <a:xfrm xmlns:a="http://schemas.openxmlformats.org/drawingml/2006/main">
            <a:off x="0" y="20669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8168304e594658"/>
          <a:stretch xmlns:a="http://schemas.openxmlformats.org/drawingml/2006/main"/>
        </p:blipFill>
        <p:spPr>
          <a:xfrm xmlns:a="http://schemas.openxmlformats.org/drawingml/2006/main">
            <a:off x="0" y="23622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02c8565d4f4181"/>
          <a:stretch xmlns:a="http://schemas.openxmlformats.org/drawingml/2006/main"/>
        </p:blipFill>
        <p:spPr>
          <a:xfrm xmlns:a="http://schemas.openxmlformats.org/drawingml/2006/main">
            <a:off x="0" y="26574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3010fc5ad643a1"/>
          <a:stretch xmlns:a="http://schemas.openxmlformats.org/drawingml/2006/main"/>
        </p:blipFill>
        <p:spPr>
          <a:xfrm xmlns:a="http://schemas.openxmlformats.org/drawingml/2006/main">
            <a:off x="0" y="29527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7eb50363e24dfe"/>
          <a:stretch xmlns:a="http://schemas.openxmlformats.org/drawingml/2006/main"/>
        </p:blipFill>
        <p:spPr>
          <a:xfrm xmlns:a="http://schemas.openxmlformats.org/drawingml/2006/main">
            <a:off x="0" y="32480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fa0933fc014cad"/>
          <a:stretch xmlns:a="http://schemas.openxmlformats.org/drawingml/2006/main"/>
        </p:blipFill>
        <p:spPr>
          <a:xfrm xmlns:a="http://schemas.openxmlformats.org/drawingml/2006/main">
            <a:off x="0" y="35433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13cefb57584a7e"/>
          <a:stretch xmlns:a="http://schemas.openxmlformats.org/drawingml/2006/main"/>
        </p:blipFill>
        <p:spPr>
          <a:xfrm xmlns:a="http://schemas.openxmlformats.org/drawingml/2006/main">
            <a:off x="0" y="38385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8b7e8267b0472a"/>
          <a:stretch xmlns:a="http://schemas.openxmlformats.org/drawingml/2006/main"/>
        </p:blipFill>
        <p:spPr>
          <a:xfrm xmlns:a="http://schemas.openxmlformats.org/drawingml/2006/main">
            <a:off x="0" y="41338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e795fee7114759"/>
          <a:stretch xmlns:a="http://schemas.openxmlformats.org/drawingml/2006/main"/>
        </p:blipFill>
        <p:spPr>
          <a:xfrm xmlns:a="http://schemas.openxmlformats.org/drawingml/2006/main">
            <a:off x="0" y="44291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b2b3cd613e46d4"/>
          <a:stretch xmlns:a="http://schemas.openxmlformats.org/drawingml/2006/main"/>
        </p:blipFill>
        <p:spPr>
          <a:xfrm xmlns:a="http://schemas.openxmlformats.org/drawingml/2006/main">
            <a:off x="0" y="47244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abd14a42624f8e"/>
          <a:stretch xmlns:a="http://schemas.openxmlformats.org/drawingml/2006/main"/>
        </p:blipFill>
        <p:spPr>
          <a:xfrm xmlns:a="http://schemas.openxmlformats.org/drawingml/2006/main">
            <a:off x="0" y="50196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ebdde91d88496a"/>
          <a:stretch xmlns:a="http://schemas.openxmlformats.org/drawingml/2006/main"/>
        </p:blipFill>
        <p:spPr>
          <a:xfrm xmlns:a="http://schemas.openxmlformats.org/drawingml/2006/main">
            <a:off x="0" y="53149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942341041d40e8"/>
          <a:stretch xmlns:a="http://schemas.openxmlformats.org/drawingml/2006/main"/>
        </p:blipFill>
        <p:spPr>
          <a:xfrm xmlns:a="http://schemas.openxmlformats.org/drawingml/2006/main">
            <a:off x="0" y="56102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d5eb044d5a4447"/>
          <a:stretch xmlns:a="http://schemas.openxmlformats.org/drawingml/2006/main"/>
        </p:blipFill>
        <p:spPr>
          <a:xfrm xmlns:a="http://schemas.openxmlformats.org/drawingml/2006/main">
            <a:off x="0" y="59055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98cf90a8d34308"/>
          <a:stretch xmlns:a="http://schemas.openxmlformats.org/drawingml/2006/main"/>
        </p:blipFill>
        <p:spPr>
          <a:xfrm xmlns:a="http://schemas.openxmlformats.org/drawingml/2006/main">
            <a:off x="0" y="62007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7d5086fd304e54"/>
          <a:stretch xmlns:a="http://schemas.openxmlformats.org/drawingml/2006/main"/>
        </p:blipFill>
        <p:spPr>
          <a:xfrm xmlns:a="http://schemas.openxmlformats.org/drawingml/2006/main">
            <a:off x="0" y="64960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046578f7fb4aa2"/>
          <a:stretch xmlns:a="http://schemas.openxmlformats.org/drawingml/2006/main"/>
        </p:blipFill>
        <p:spPr>
          <a:xfrm xmlns:a="http://schemas.openxmlformats.org/drawingml/2006/main">
            <a:off x="0" y="67913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98c7181f5047c5"/>
          <a:stretch xmlns:a="http://schemas.openxmlformats.org/drawingml/2006/main"/>
        </p:blipFill>
        <p:spPr>
          <a:xfrm xmlns:a="http://schemas.openxmlformats.org/drawingml/2006/main">
            <a:off x="0" y="70866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a62536346e4875"/>
          <a:stretch xmlns:a="http://schemas.openxmlformats.org/drawingml/2006/main"/>
        </p:blipFill>
        <p:spPr>
          <a:xfrm xmlns:a="http://schemas.openxmlformats.org/drawingml/2006/main">
            <a:off x="0" y="73818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8f47802961490f"/>
          <a:stretch xmlns:a="http://schemas.openxmlformats.org/drawingml/2006/main"/>
        </p:blipFill>
        <p:spPr>
          <a:xfrm xmlns:a="http://schemas.openxmlformats.org/drawingml/2006/main">
            <a:off x="0" y="76771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347a57c04842e9"/>
          <a:stretch xmlns:a="http://schemas.openxmlformats.org/drawingml/2006/main"/>
        </p:blipFill>
        <p:spPr>
          <a:xfrm xmlns:a="http://schemas.openxmlformats.org/drawingml/2006/main">
            <a:off x="0" y="79724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2d338b3990434c"/>
          <a:stretch xmlns:a="http://schemas.openxmlformats.org/drawingml/2006/main"/>
        </p:blipFill>
        <p:spPr>
          <a:xfrm xmlns:a="http://schemas.openxmlformats.org/drawingml/2006/main">
            <a:off x="0" y="82677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ff3cbe013c4ddd"/>
          <a:stretch xmlns:a="http://schemas.openxmlformats.org/drawingml/2006/main"/>
        </p:blipFill>
        <p:spPr>
          <a:xfrm xmlns:a="http://schemas.openxmlformats.org/drawingml/2006/main">
            <a:off x="0" y="85629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6e441a99ad4030"/>
          <a:stretch xmlns:a="http://schemas.openxmlformats.org/drawingml/2006/main"/>
        </p:blipFill>
        <p:spPr>
          <a:xfrm xmlns:a="http://schemas.openxmlformats.org/drawingml/2006/main">
            <a:off x="5137355" y="8858250"/>
            <a:ext cx="5651090" cy="104775"/>
          </a:xfrm>
          <a:prstGeom xmlns:a="http://schemas.openxmlformats.org/drawingml/2006/main" prst="rect">
            <a:avLst/>
          </a:prstGeom>
        </p:spPr>
      </p:pic>
      <p:pic>
        <p:nvPicPr>
          <p:cNvPr id="2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5f78b3a4324d2a"/>
          <a:stretch xmlns:a="http://schemas.openxmlformats.org/drawingml/2006/main"/>
        </p:blipFill>
        <p:spPr>
          <a:xfrm xmlns:a="http://schemas.openxmlformats.org/drawingml/2006/main">
            <a:off x="381000" y="247650"/>
            <a:ext cx="581025" cy="619125"/>
          </a:xfrm>
          <a:prstGeom xmlns:a="http://schemas.openxmlformats.org/drawingml/2006/main" prst="rect">
            <a:avLst/>
          </a:prstGeom>
        </p:spPr>
      </p:pic>
      <p:sp>
        <p:nvSpPr>
          <p:cNvPr id="33" name="Text 115: AthletixAI">
            <a:extLst xmlns:a="http://schemas.openxmlformats.org/drawingml/2006/main">
              <a:ext uri="{FF2B5EF4-FFF2-40B4-BE49-F238E27FC236}">
                <a16:creationId xmlns:a16="http://schemas.microsoft.com/office/drawing/2014/main" id="{C9FE9FBB-FCD9-478A-BC38-B2592372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66700"/>
            <a:ext cx="23050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8FA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8FAFF"/>
                </a:solidFill>
                <a:latin typeface="Arial"/>
                <a:ea typeface="Arial"/>
                <a:cs typeface="Arial"/>
              </a:rPr>
              <a:t>Athletix</a:t>
            </a:r>
            <a:r>
              <a:rPr sz="3075" b="1">
                <a:solidFill>
                  <a:srgbClr val="20E7FA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34" name="Text 116: A I  S P O R T S  T A L E N T  P L A T F O R M">
            <a:extLst xmlns:a="http://schemas.openxmlformats.org/drawingml/2006/main">
              <a:ext uri="{FF2B5EF4-FFF2-40B4-BE49-F238E27FC236}">
                <a16:creationId xmlns:a16="http://schemas.microsoft.com/office/drawing/2014/main" id="{B16A856B-0AD0-4E8A-BEC3-C44B9B38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762000"/>
            <a:ext cx="2762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 I  S P O R T S  T A L E N T  P L A T F O R M</a:t>
            </a:r>
          </a:p>
        </p:txBody>
      </p:sp>
      <p:sp>
        <p:nvSpPr>
          <p:cNvPr id="35" name="Text 117: UNIQUE SELLING PROPOSITION (USP)">
            <a:extLst xmlns:a="http://schemas.openxmlformats.org/drawingml/2006/main">
              <a:ext uri="{FF2B5EF4-FFF2-40B4-BE49-F238E27FC236}">
                <a16:creationId xmlns:a16="http://schemas.microsoft.com/office/drawing/2014/main" id="{76084974-E260-4729-AB16-B3CD5A8A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61925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31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UNIQUE SELLING PROPOSITION (USP)</a:t>
            </a:r>
          </a:p>
        </p:txBody>
      </p:sp>
      <p:sp>
        <p:nvSpPr>
          <p:cNvPr id="36" name="Text 118: One platform for athlete assessment, progress and coach discovery">
            <a:extLst xmlns:a="http://schemas.openxmlformats.org/drawingml/2006/main">
              <a:ext uri="{FF2B5EF4-FFF2-40B4-BE49-F238E27FC236}">
                <a16:creationId xmlns:a16="http://schemas.microsoft.com/office/drawing/2014/main" id="{DDCE0220-3781-426A-8225-23A3E5F2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9532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One platform for athlete assessment, progress and coach discovery</a:t>
            </a:r>
          </a:p>
        </p:txBody>
      </p:sp>
      <p:sp>
        <p:nvSpPr>
          <p:cNvPr id="37" name="Panel 119">
            <a:extLst xmlns:a="http://schemas.openxmlformats.org/drawingml/2006/main">
              <a:ext uri="{FF2B5EF4-FFF2-40B4-BE49-F238E27FC236}">
                <a16:creationId xmlns:a16="http://schemas.microsoft.com/office/drawing/2014/main" id="{213F099E-1482-41F2-BBE5-9ECDE3A7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304800"/>
            <a:ext cx="2971800" cy="381000"/>
          </a:xfrm>
          <a:prstGeom xmlns:a="http://schemas.openxmlformats.org/drawingml/2006/main" prst="roundRect">
            <a:avLst>
              <a:gd name="adj" fmla="val 42500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9525">
            <a:solidFill>
              <a:srgbClr val="056B92"/>
            </a:solidFill>
            <a:prstDash val="solid"/>
          </a:ln>
        </p:spPr>
      </p:sp>
      <p:sp>
        <p:nvSpPr>
          <p:cNvPr id="38" name="Text 120: WORKING PROTOTYPE / DEMO DATA">
            <a:extLst xmlns:a="http://schemas.openxmlformats.org/drawingml/2006/main">
              <a:ext uri="{FF2B5EF4-FFF2-40B4-BE49-F238E27FC236}">
                <a16:creationId xmlns:a16="http://schemas.microsoft.com/office/drawing/2014/main" id="{A6C57ECC-5DFC-45F9-9962-ADCDD612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447675"/>
            <a:ext cx="2695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0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WORKING PROTOTYPE / DEMO DATA</a:t>
            </a:r>
          </a:p>
        </p:txBody>
      </p:sp>
      <p:sp>
        <p:nvSpPr>
          <p:cNvPr id="39" name="Panel 121">
            <a:extLst xmlns:a="http://schemas.openxmlformats.org/drawingml/2006/main">
              <a:ext uri="{FF2B5EF4-FFF2-40B4-BE49-F238E27FC236}">
                <a16:creationId xmlns:a16="http://schemas.microsoft.com/office/drawing/2014/main" id="{4DD81BDB-763B-452A-9D53-6F00B62B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123950"/>
            <a:ext cx="5114925" cy="3743325"/>
          </a:xfrm>
          <a:prstGeom xmlns:a="http://schemas.openxmlformats.org/drawingml/2006/main" prst="roundRect">
            <a:avLst>
              <a:gd name="adj" fmla="val 4071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40" name="Panel 122">
            <a:extLst xmlns:a="http://schemas.openxmlformats.org/drawingml/2006/main">
              <a:ext uri="{FF2B5EF4-FFF2-40B4-BE49-F238E27FC236}">
                <a16:creationId xmlns:a16="http://schemas.microsoft.com/office/drawing/2014/main" id="{0C97CCE3-6ED9-4BBC-9AC0-B393D179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1123950"/>
            <a:ext cx="5143500" cy="3743325"/>
          </a:xfrm>
          <a:prstGeom xmlns:a="http://schemas.openxmlformats.org/drawingml/2006/main" prst="roundRect">
            <a:avLst>
              <a:gd name="adj" fmla="val 4071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41" name="Panel 123">
            <a:extLst xmlns:a="http://schemas.openxmlformats.org/drawingml/2006/main">
              <a:ext uri="{FF2B5EF4-FFF2-40B4-BE49-F238E27FC236}">
                <a16:creationId xmlns:a16="http://schemas.microsoft.com/office/drawing/2014/main" id="{0324BC75-628F-4FAC-B6F3-EC34F090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123950"/>
            <a:ext cx="5029200" cy="3743325"/>
          </a:xfrm>
          <a:prstGeom xmlns:a="http://schemas.openxmlformats.org/drawingml/2006/main" prst="roundRect">
            <a:avLst>
              <a:gd name="adj" fmla="val 4071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42" name="Panel 124">
            <a:extLst xmlns:a="http://schemas.openxmlformats.org/drawingml/2006/main">
              <a:ext uri="{FF2B5EF4-FFF2-40B4-BE49-F238E27FC236}">
                <a16:creationId xmlns:a16="http://schemas.microsoft.com/office/drawing/2014/main" id="{A3F5F20A-B114-4316-B658-029941BC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5000625"/>
            <a:ext cx="4876800" cy="3171825"/>
          </a:xfrm>
          <a:prstGeom xmlns:a="http://schemas.openxmlformats.org/drawingml/2006/main" prst="roundRect">
            <a:avLst>
              <a:gd name="adj" fmla="val 4805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43" name="Panel 125">
            <a:extLst xmlns:a="http://schemas.openxmlformats.org/drawingml/2006/main">
              <a:ext uri="{FF2B5EF4-FFF2-40B4-BE49-F238E27FC236}">
                <a16:creationId xmlns:a16="http://schemas.microsoft.com/office/drawing/2014/main" id="{A1A995E4-A8CC-4F28-A6F7-C3D2CAF9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00625"/>
            <a:ext cx="5372100" cy="3171825"/>
          </a:xfrm>
          <a:prstGeom xmlns:a="http://schemas.openxmlformats.org/drawingml/2006/main" prst="roundRect">
            <a:avLst>
              <a:gd name="adj" fmla="val 4805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44" name="Panel 126">
            <a:extLst xmlns:a="http://schemas.openxmlformats.org/drawingml/2006/main">
              <a:ext uri="{FF2B5EF4-FFF2-40B4-BE49-F238E27FC236}">
                <a16:creationId xmlns:a16="http://schemas.microsoft.com/office/drawing/2014/main" id="{15F17886-6031-4B05-8D5A-411893F3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5000625"/>
            <a:ext cx="4991100" cy="3171825"/>
          </a:xfrm>
          <a:prstGeom xmlns:a="http://schemas.openxmlformats.org/drawingml/2006/main" prst="roundRect">
            <a:avLst>
              <a:gd name="adj" fmla="val 4805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FF6386"/>
            </a:solidFill>
            <a:prstDash val="solid"/>
          </a:ln>
        </p:spPr>
      </p:sp>
      <p:sp>
        <p:nvSpPr>
          <p:cNvPr id="45" name="Section number 127">
            <a:extLst xmlns:a="http://schemas.openxmlformats.org/drawingml/2006/main">
              <a:ext uri="{FF2B5EF4-FFF2-40B4-BE49-F238E27FC236}">
                <a16:creationId xmlns:a16="http://schemas.microsoft.com/office/drawing/2014/main" id="{031F6213-ACAF-42B3-8E22-AA89C45C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285875"/>
            <a:ext cx="647700" cy="561975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20E7FA"/>
            </a:solidFill>
            <a:prstDash val="solid"/>
          </a:ln>
        </p:spPr>
      </p:sp>
      <p:sp>
        <p:nvSpPr>
          <p:cNvPr id="46" name="Text 128: 01">
            <a:extLst xmlns:a="http://schemas.openxmlformats.org/drawingml/2006/main">
              <a:ext uri="{FF2B5EF4-FFF2-40B4-BE49-F238E27FC236}">
                <a16:creationId xmlns:a16="http://schemas.microsoft.com/office/drawing/2014/main" id="{013CA759-299C-4B1E-B490-F815C1D0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314450"/>
            <a:ext cx="647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32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01</a:t>
            </a:r>
          </a:p>
        </p:txBody>
      </p:sp>
      <p:sp>
        <p:nvSpPr>
          <p:cNvPr id="47" name="Section number 129">
            <a:extLst xmlns:a="http://schemas.openxmlformats.org/drawingml/2006/main">
              <a:ext uri="{FF2B5EF4-FFF2-40B4-BE49-F238E27FC236}">
                <a16:creationId xmlns:a16="http://schemas.microsoft.com/office/drawing/2014/main" id="{67900C03-60F0-4F2A-A1F3-5F382CB9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285875"/>
            <a:ext cx="647700" cy="561975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50F4BC"/>
            </a:solidFill>
            <a:prstDash val="solid"/>
          </a:ln>
        </p:spPr>
      </p:sp>
      <p:sp>
        <p:nvSpPr>
          <p:cNvPr id="48" name="Text 130: 02">
            <a:extLst xmlns:a="http://schemas.openxmlformats.org/drawingml/2006/main">
              <a:ext uri="{FF2B5EF4-FFF2-40B4-BE49-F238E27FC236}">
                <a16:creationId xmlns:a16="http://schemas.microsoft.com/office/drawing/2014/main" id="{E140454F-EB55-4C64-B1AF-D6A532B4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314450"/>
            <a:ext cx="647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50F4BC"/>
                </a:solidFill>
                <a:latin typeface="Arial Narrow"/>
                <a:ea typeface="Arial Narrow"/>
                <a:cs typeface="Arial Narrow"/>
              </a:defRPr>
            </a:pPr>
            <a:r>
              <a:rPr sz="3225" b="1">
                <a:solidFill>
                  <a:srgbClr val="50F4BC"/>
                </a:solidFill>
                <a:latin typeface="Arial Narrow"/>
                <a:ea typeface="Arial Narrow"/>
                <a:cs typeface="Arial Narrow"/>
              </a:rPr>
              <a:t>02</a:t>
            </a:r>
          </a:p>
        </p:txBody>
      </p:sp>
      <p:sp>
        <p:nvSpPr>
          <p:cNvPr id="49" name="Section number 131">
            <a:extLst xmlns:a="http://schemas.openxmlformats.org/drawingml/2006/main">
              <a:ext uri="{FF2B5EF4-FFF2-40B4-BE49-F238E27FC236}">
                <a16:creationId xmlns:a16="http://schemas.microsoft.com/office/drawing/2014/main" id="{216265AF-DC9A-4F2E-BB23-3D3F2C3E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285875"/>
            <a:ext cx="647700" cy="561975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20E7FA"/>
            </a:solidFill>
            <a:prstDash val="solid"/>
          </a:ln>
        </p:spPr>
      </p:sp>
      <p:sp>
        <p:nvSpPr>
          <p:cNvPr id="50" name="Text 132: 03">
            <a:extLst xmlns:a="http://schemas.openxmlformats.org/drawingml/2006/main">
              <a:ext uri="{FF2B5EF4-FFF2-40B4-BE49-F238E27FC236}">
                <a16:creationId xmlns:a16="http://schemas.microsoft.com/office/drawing/2014/main" id="{16A1CE15-15C7-43EF-8FBF-111AD31A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314450"/>
            <a:ext cx="647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32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03</a:t>
            </a:r>
          </a:p>
        </p:txBody>
      </p:sp>
      <p:sp>
        <p:nvSpPr>
          <p:cNvPr id="51" name="Section number 133">
            <a:extLst xmlns:a="http://schemas.openxmlformats.org/drawingml/2006/main">
              <a:ext uri="{FF2B5EF4-FFF2-40B4-BE49-F238E27FC236}">
                <a16:creationId xmlns:a16="http://schemas.microsoft.com/office/drawing/2014/main" id="{00EF6090-B5CD-40B2-A283-D25DE495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200650"/>
            <a:ext cx="647700" cy="561975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20E7FA"/>
            </a:solidFill>
            <a:prstDash val="solid"/>
          </a:ln>
        </p:spPr>
      </p:sp>
      <p:sp>
        <p:nvSpPr>
          <p:cNvPr id="52" name="Text 134: 04">
            <a:extLst xmlns:a="http://schemas.openxmlformats.org/drawingml/2006/main">
              <a:ext uri="{FF2B5EF4-FFF2-40B4-BE49-F238E27FC236}">
                <a16:creationId xmlns:a16="http://schemas.microsoft.com/office/drawing/2014/main" id="{208951D9-771F-4DEB-9906-033D4B0A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229225"/>
            <a:ext cx="647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32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04</a:t>
            </a:r>
          </a:p>
        </p:txBody>
      </p:sp>
      <p:sp>
        <p:nvSpPr>
          <p:cNvPr id="53" name="Section number 135">
            <a:extLst xmlns:a="http://schemas.openxmlformats.org/drawingml/2006/main">
              <a:ext uri="{FF2B5EF4-FFF2-40B4-BE49-F238E27FC236}">
                <a16:creationId xmlns:a16="http://schemas.microsoft.com/office/drawing/2014/main" id="{AC85963B-39F3-4AF1-949C-99FA6D38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5200650"/>
            <a:ext cx="647700" cy="561975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FFD044"/>
            </a:solidFill>
            <a:prstDash val="solid"/>
          </a:ln>
        </p:spPr>
      </p:sp>
      <p:sp>
        <p:nvSpPr>
          <p:cNvPr id="54" name="Text 136: 05">
            <a:extLst xmlns:a="http://schemas.openxmlformats.org/drawingml/2006/main">
              <a:ext uri="{FF2B5EF4-FFF2-40B4-BE49-F238E27FC236}">
                <a16:creationId xmlns:a16="http://schemas.microsoft.com/office/drawing/2014/main" id="{37479BEE-1782-4DB1-9B06-6EFACD43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5229225"/>
            <a:ext cx="647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FFD044"/>
                </a:solidFill>
                <a:latin typeface="Arial Narrow"/>
                <a:ea typeface="Arial Narrow"/>
                <a:cs typeface="Arial Narrow"/>
              </a:defRPr>
            </a:pPr>
            <a:r>
              <a:rPr sz="3225" b="1">
                <a:solidFill>
                  <a:srgbClr val="FFD044"/>
                </a:solidFill>
                <a:latin typeface="Arial Narrow"/>
                <a:ea typeface="Arial Narrow"/>
                <a:cs typeface="Arial Narrow"/>
              </a:rPr>
              <a:t>05</a:t>
            </a:r>
          </a:p>
        </p:txBody>
      </p:sp>
      <p:sp>
        <p:nvSpPr>
          <p:cNvPr id="55" name="Section number 137">
            <a:extLst xmlns:a="http://schemas.openxmlformats.org/drawingml/2006/main">
              <a:ext uri="{FF2B5EF4-FFF2-40B4-BE49-F238E27FC236}">
                <a16:creationId xmlns:a16="http://schemas.microsoft.com/office/drawing/2014/main" id="{2BB20397-FE87-4780-AC78-C1AF71FA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5200650"/>
            <a:ext cx="647700" cy="561975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FF6386"/>
            </a:solidFill>
            <a:prstDash val="solid"/>
          </a:ln>
        </p:spPr>
      </p:sp>
      <p:sp>
        <p:nvSpPr>
          <p:cNvPr id="56" name="Text 138: 06">
            <a:extLst xmlns:a="http://schemas.openxmlformats.org/drawingml/2006/main">
              <a:ext uri="{FF2B5EF4-FFF2-40B4-BE49-F238E27FC236}">
                <a16:creationId xmlns:a16="http://schemas.microsoft.com/office/drawing/2014/main" id="{1F4C868E-D043-4E74-8C92-15CB927B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5229225"/>
            <a:ext cx="647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FF6386"/>
                </a:solidFill>
                <a:latin typeface="Arial Narrow"/>
                <a:ea typeface="Arial Narrow"/>
                <a:cs typeface="Arial Narrow"/>
              </a:defRPr>
            </a:pPr>
            <a:r>
              <a:rPr sz="3225" b="1">
                <a:solidFill>
                  <a:srgbClr val="FF6386"/>
                </a:solidFill>
                <a:latin typeface="Arial Narrow"/>
                <a:ea typeface="Arial Narrow"/>
                <a:cs typeface="Arial Narrow"/>
              </a:rPr>
              <a:t>06</a:t>
            </a:r>
          </a:p>
        </p:txBody>
      </p:sp>
      <p:pic>
        <p:nvPicPr>
          <p:cNvPr id="2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e9a64573c6456e"/>
          <a:stretch xmlns:a="http://schemas.openxmlformats.org/drawingml/2006/main"/>
        </p:blipFill>
        <p:spPr>
          <a:xfrm xmlns:a="http://schemas.openxmlformats.org/drawingml/2006/main">
            <a:off x="1200150" y="1238250"/>
            <a:ext cx="895350" cy="1114425"/>
          </a:xfrm>
          <a:prstGeom xmlns:a="http://schemas.openxmlformats.org/drawingml/2006/main" prst="rect">
            <a:avLst/>
          </a:prstGeom>
        </p:spPr>
      </p:pic>
      <p:sp>
        <p:nvSpPr>
          <p:cNvPr id="58" name="Text 139: PHONE-FIRST ACCESS">
            <a:extLst xmlns:a="http://schemas.openxmlformats.org/drawingml/2006/main">
              <a:ext uri="{FF2B5EF4-FFF2-40B4-BE49-F238E27FC236}">
                <a16:creationId xmlns:a16="http://schemas.microsoft.com/office/drawing/2014/main" id="{6B241C42-F183-4BBE-AB61-717D6774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352550"/>
            <a:ext cx="29241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PHONE-FIRST ACCESS</a:t>
            </a:r>
          </a:p>
        </p:txBody>
      </p:sp>
      <p:sp>
        <p:nvSpPr>
          <p:cNvPr id="59" name="Text 140: Practice video or live camera. No specialist wearables.">
            <a:extLst xmlns:a="http://schemas.openxmlformats.org/drawingml/2006/main">
              <a:ext uri="{FF2B5EF4-FFF2-40B4-BE49-F238E27FC236}">
                <a16:creationId xmlns:a16="http://schemas.microsoft.com/office/drawing/2014/main" id="{616F4456-32F9-4D1B-AA98-0F16508A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7145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Practice video or live camera.</a:t>
            </a:r>
          </a:p>
          <a:p xmlns:a="http://schemas.openxmlformats.org/drawingml/2006/main">
            <a:pPr algn="l">
              <a:def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No specialist wearables.</a:t>
            </a:r>
          </a:p>
        </p:txBody>
      </p:sp>
      <p:sp>
        <p:nvSpPr>
          <p:cNvPr id="60" name="Panel 141">
            <a:extLst xmlns:a="http://schemas.openxmlformats.org/drawingml/2006/main">
              <a:ext uri="{FF2B5EF4-FFF2-40B4-BE49-F238E27FC236}">
                <a16:creationId xmlns:a16="http://schemas.microsoft.com/office/drawing/2014/main" id="{84DE09A3-D633-4680-8E41-933A3DE3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362200"/>
            <a:ext cx="4800600" cy="2371725"/>
          </a:xfrm>
          <a:prstGeom xmlns:a="http://schemas.openxmlformats.org/drawingml/2006/main" prst="roundRect">
            <a:avLst>
              <a:gd name="adj" fmla="val 5622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9525">
            <a:solidFill>
              <a:srgbClr val="20E7FA"/>
            </a:solidFill>
            <a:prstDash val="solid"/>
          </a:ln>
        </p:spPr>
      </p:sp>
      <p:sp>
        <p:nvSpPr>
          <p:cNvPr id="61" name="Text 142: Upload &amp; Analyze">
            <a:extLst xmlns:a="http://schemas.openxmlformats.org/drawingml/2006/main">
              <a:ext uri="{FF2B5EF4-FFF2-40B4-BE49-F238E27FC236}">
                <a16:creationId xmlns:a16="http://schemas.microsoft.com/office/drawing/2014/main" id="{03EEF498-2306-4309-8335-61685207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2390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4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Upload &amp; Analyze</a:t>
            </a:r>
          </a:p>
        </p:txBody>
      </p:sp>
      <p:sp>
        <p:nvSpPr>
          <p:cNvPr id="62" name="Text 143: Record and analyse a session">
            <a:extLst xmlns:a="http://schemas.openxmlformats.org/drawingml/2006/main">
              <a:ext uri="{FF2B5EF4-FFF2-40B4-BE49-F238E27FC236}">
                <a16:creationId xmlns:a16="http://schemas.microsoft.com/office/drawing/2014/main" id="{69C02E59-EFE5-4C56-8FDB-EF5D6F88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05100"/>
            <a:ext cx="23717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75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Record and analyse a session</a:t>
            </a:r>
          </a:p>
        </p:txBody>
      </p:sp>
      <p:sp>
        <p:nvSpPr>
          <p:cNvPr id="63" name="Panel 144">
            <a:extLst xmlns:a="http://schemas.openxmlformats.org/drawingml/2006/main">
              <a:ext uri="{FF2B5EF4-FFF2-40B4-BE49-F238E27FC236}">
                <a16:creationId xmlns:a16="http://schemas.microsoft.com/office/drawing/2014/main" id="{5A38953A-D513-456D-8616-ACD8E943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857500"/>
            <a:ext cx="2505075" cy="1819275"/>
          </a:xfrm>
          <a:prstGeom xmlns:a="http://schemas.openxmlformats.org/drawingml/2006/main" prst="roundRect">
            <a:avLst>
              <a:gd name="adj" fmla="val 4712"/>
            </a:avLst>
          </a:prstGeom>
          <a:solidFill xmlns:a="http://schemas.openxmlformats.org/drawingml/2006/main">
            <a:srgbClr val="082F42"/>
          </a:solidFill>
          <a:ln xmlns:a="http://schemas.openxmlformats.org/drawingml/2006/main" w="5715">
            <a:solidFill>
              <a:srgbClr val="1F607A"/>
            </a:solidFill>
            <a:prstDash val="solid"/>
          </a:ln>
        </p:spPr>
      </p:sp>
      <p:sp>
        <p:nvSpPr>
          <p:cNvPr id="64" name="Panel 145">
            <a:extLst xmlns:a="http://schemas.openxmlformats.org/drawingml/2006/main">
              <a:ext uri="{FF2B5EF4-FFF2-40B4-BE49-F238E27FC236}">
                <a16:creationId xmlns:a16="http://schemas.microsoft.com/office/drawing/2014/main" id="{42579F0A-CF06-4620-93C3-C8408F3E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990850"/>
            <a:ext cx="2324100" cy="14097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10384C"/>
          </a:solidFill>
          <a:ln xmlns:a="http://schemas.openxmlformats.org/drawingml/2006/main" w="9525">
            <a:solidFill>
              <a:srgbClr val="20E7FA"/>
            </a:solidFill>
            <a:prstDash val="solid"/>
          </a:ln>
        </p:spPr>
      </p:sp>
      <p:pic>
        <p:nvPicPr>
          <p:cNvPr id="2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cb87ae413b432c"/>
          <a:stretch xmlns:a="http://schemas.openxmlformats.org/drawingml/2006/main"/>
        </p:blipFill>
        <p:spPr>
          <a:xfrm xmlns:a="http://schemas.openxmlformats.org/drawingml/2006/main">
            <a:off x="1390650" y="3190875"/>
            <a:ext cx="619125" cy="542925"/>
          </a:xfrm>
          <a:prstGeom xmlns:a="http://schemas.openxmlformats.org/drawingml/2006/main" prst="rect">
            <a:avLst/>
          </a:prstGeom>
        </p:spPr>
      </p:pic>
      <p:sp>
        <p:nvSpPr>
          <p:cNvPr id="66" name="Text 146: Click to select your sports video">
            <a:extLst xmlns:a="http://schemas.openxmlformats.org/drawingml/2006/main">
              <a:ext uri="{FF2B5EF4-FFF2-40B4-BE49-F238E27FC236}">
                <a16:creationId xmlns:a16="http://schemas.microsoft.com/office/drawing/2014/main" id="{82A79AA1-C4CA-4284-8E00-D303B960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00475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Click to select your sports video</a:t>
            </a:r>
          </a:p>
        </p:txBody>
      </p:sp>
      <p:sp>
        <p:nvSpPr>
          <p:cNvPr id="67" name="Text 147: MP4 / MOV / AVI · max 200MB · 10–60 seconds recommended">
            <a:extLst xmlns:a="http://schemas.openxmlformats.org/drawingml/2006/main">
              <a:ext uri="{FF2B5EF4-FFF2-40B4-BE49-F238E27FC236}">
                <a16:creationId xmlns:a16="http://schemas.microsoft.com/office/drawing/2014/main" id="{A08C3F80-035A-4863-88BA-55770FE8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29075"/>
            <a:ext cx="2152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MP4 / MOV / AVI · max 200MB · 10–60 seconds recommended</a:t>
            </a:r>
          </a:p>
        </p:txBody>
      </p:sp>
      <p:sp>
        <p:nvSpPr>
          <p:cNvPr id="68" name="Panel 148">
            <a:extLst xmlns:a="http://schemas.openxmlformats.org/drawingml/2006/main">
              <a:ext uri="{FF2B5EF4-FFF2-40B4-BE49-F238E27FC236}">
                <a16:creationId xmlns:a16="http://schemas.microsoft.com/office/drawing/2014/main" id="{D816098C-F1D5-4A87-9964-F296CF4B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57500"/>
            <a:ext cx="2019300" cy="1819275"/>
          </a:xfrm>
          <a:prstGeom xmlns:a="http://schemas.openxmlformats.org/drawingml/2006/main" prst="roundRect">
            <a:avLst>
              <a:gd name="adj" fmla="val 4188"/>
            </a:avLst>
          </a:prstGeom>
          <a:solidFill xmlns:a="http://schemas.openxmlformats.org/drawingml/2006/main">
            <a:srgbClr val="0C263D"/>
          </a:solidFill>
          <a:ln xmlns:a="http://schemas.openxmlformats.org/drawingml/2006/main" w="5715">
            <a:solidFill>
              <a:srgbClr val="1F607A"/>
            </a:solidFill>
            <a:prstDash val="solid"/>
          </a:ln>
        </p:spPr>
      </p:sp>
      <p:sp>
        <p:nvSpPr>
          <p:cNvPr id="69" name="Text 149: How it works">
            <a:extLst xmlns:a="http://schemas.openxmlformats.org/drawingml/2006/main">
              <a:ext uri="{FF2B5EF4-FFF2-40B4-BE49-F238E27FC236}">
                <a16:creationId xmlns:a16="http://schemas.microsoft.com/office/drawing/2014/main" id="{FDCF77DC-EFE7-48F6-9F80-F2B0990B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718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How it works</a:t>
            </a:r>
          </a:p>
        </p:txBody>
      </p:sp>
      <p:sp>
        <p:nvSpPr>
          <p:cNvPr id="70" name="Text 150: ✦">
            <a:extLst xmlns:a="http://schemas.openxmlformats.org/drawingml/2006/main">
              <a:ext uri="{FF2B5EF4-FFF2-40B4-BE49-F238E27FC236}">
                <a16:creationId xmlns:a16="http://schemas.microsoft.com/office/drawing/2014/main" id="{436D5CB4-9ED2-422A-9116-3EF1DA00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52750"/>
            <a:ext cx="180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3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✦</a:t>
            </a:r>
          </a:p>
        </p:txBody>
      </p:sp>
      <p:sp>
        <p:nvSpPr>
          <p:cNvPr id="71" name="Circle 151">
            <a:extLst xmlns:a="http://schemas.openxmlformats.org/drawingml/2006/main">
              <a:ext uri="{FF2B5EF4-FFF2-40B4-BE49-F238E27FC236}">
                <a16:creationId xmlns:a16="http://schemas.microsoft.com/office/drawing/2014/main" id="{173DC87A-764F-44B0-A5D9-5C05FE94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289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D7E7"/>
          </a:solidFill>
          <a:ln xmlns:a="http://schemas.openxmlformats.org/drawingml/2006/main" w="0">
            <a:noFill/>
          </a:ln>
        </p:spPr>
      </p:sp>
      <p:sp>
        <p:nvSpPr>
          <p:cNvPr id="72" name="Text 152: 1">
            <a:extLst xmlns:a="http://schemas.openxmlformats.org/drawingml/2006/main">
              <a:ext uri="{FF2B5EF4-FFF2-40B4-BE49-F238E27FC236}">
                <a16:creationId xmlns:a16="http://schemas.microsoft.com/office/drawing/2014/main" id="{F7D3BF1C-77F7-4242-BD05-4F8A9487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48025"/>
            <a:ext cx="190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9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1</a:t>
            </a:r>
          </a:p>
        </p:txBody>
      </p:sp>
      <p:sp>
        <p:nvSpPr>
          <p:cNvPr id="73" name="Text 153: Record — your practice/exercise video in good light">
            <a:extLst xmlns:a="http://schemas.openxmlformats.org/drawingml/2006/main">
              <a:ext uri="{FF2B5EF4-FFF2-40B4-BE49-F238E27FC236}">
                <a16:creationId xmlns:a16="http://schemas.microsoft.com/office/drawing/2014/main" id="{A7378818-8D02-4B2F-90BA-EBA514F4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28975"/>
            <a:ext cx="1638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638" b="0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Record — your practice/exercise video in good light</a:t>
            </a:r>
          </a:p>
        </p:txBody>
      </p:sp>
      <p:sp>
        <p:nvSpPr>
          <p:cNvPr id="74" name="Circle 154">
            <a:extLst xmlns:a="http://schemas.openxmlformats.org/drawingml/2006/main">
              <a:ext uri="{FF2B5EF4-FFF2-40B4-BE49-F238E27FC236}">
                <a16:creationId xmlns:a16="http://schemas.microsoft.com/office/drawing/2014/main" id="{F854548A-2306-4CC2-99F0-90BD126F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505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D7E7"/>
          </a:solidFill>
          <a:ln xmlns:a="http://schemas.openxmlformats.org/drawingml/2006/main" w="0">
            <a:noFill/>
          </a:ln>
        </p:spPr>
      </p:sp>
      <p:sp>
        <p:nvSpPr>
          <p:cNvPr id="75" name="Text 155: 2">
            <a:extLst xmlns:a="http://schemas.openxmlformats.org/drawingml/2006/main">
              <a:ext uri="{FF2B5EF4-FFF2-40B4-BE49-F238E27FC236}">
                <a16:creationId xmlns:a16="http://schemas.microsoft.com/office/drawing/2014/main" id="{561C2C02-9247-460D-BB4E-215E23D6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524250"/>
            <a:ext cx="190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9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2</a:t>
            </a:r>
          </a:p>
        </p:txBody>
      </p:sp>
      <p:sp>
        <p:nvSpPr>
          <p:cNvPr id="76" name="Text 156: Upload daily — one video per session">
            <a:extLst xmlns:a="http://schemas.openxmlformats.org/drawingml/2006/main">
              <a:ext uri="{FF2B5EF4-FFF2-40B4-BE49-F238E27FC236}">
                <a16:creationId xmlns:a16="http://schemas.microsoft.com/office/drawing/2014/main" id="{A694A9AB-5B25-41FA-BE81-BED6BC4C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505200"/>
            <a:ext cx="1638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638" b="0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Upload daily — one video per session</a:t>
            </a:r>
          </a:p>
        </p:txBody>
      </p:sp>
      <p:sp>
        <p:nvSpPr>
          <p:cNvPr id="77" name="Circle 157">
            <a:extLst xmlns:a="http://schemas.openxmlformats.org/drawingml/2006/main">
              <a:ext uri="{FF2B5EF4-FFF2-40B4-BE49-F238E27FC236}">
                <a16:creationId xmlns:a16="http://schemas.microsoft.com/office/drawing/2014/main" id="{ED153D58-08CC-427B-94DF-0DE02EA5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814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D7E7"/>
          </a:solidFill>
          <a:ln xmlns:a="http://schemas.openxmlformats.org/drawingml/2006/main" w="0">
            <a:noFill/>
          </a:ln>
        </p:spPr>
      </p:sp>
      <p:sp>
        <p:nvSpPr>
          <p:cNvPr id="78" name="Text 158: 3">
            <a:extLst xmlns:a="http://schemas.openxmlformats.org/drawingml/2006/main">
              <a:ext uri="{FF2B5EF4-FFF2-40B4-BE49-F238E27FC236}">
                <a16:creationId xmlns:a16="http://schemas.microsoft.com/office/drawing/2014/main" id="{553A9F79-07F9-499D-8C5C-05C489F5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800475"/>
            <a:ext cx="190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9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3</a:t>
            </a:r>
          </a:p>
        </p:txBody>
      </p:sp>
      <p:sp>
        <p:nvSpPr>
          <p:cNvPr id="79" name="Text 159: AI analyses — speed, agility, strength, stamina &amp; technique">
            <a:extLst xmlns:a="http://schemas.openxmlformats.org/drawingml/2006/main">
              <a:ext uri="{FF2B5EF4-FFF2-40B4-BE49-F238E27FC236}">
                <a16:creationId xmlns:a16="http://schemas.microsoft.com/office/drawing/2014/main" id="{3FD1A529-4881-4D8B-A985-9355A086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81425"/>
            <a:ext cx="1638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638" b="0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AI analyses — speed, agility, strength, stamina &amp; technique</a:t>
            </a:r>
          </a:p>
        </p:txBody>
      </p:sp>
      <p:sp>
        <p:nvSpPr>
          <p:cNvPr id="80" name="Circle 160">
            <a:extLst xmlns:a="http://schemas.openxmlformats.org/drawingml/2006/main">
              <a:ext uri="{FF2B5EF4-FFF2-40B4-BE49-F238E27FC236}">
                <a16:creationId xmlns:a16="http://schemas.microsoft.com/office/drawing/2014/main" id="{9E36090E-4A57-4D8A-A18D-8ADD556E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57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D7E7"/>
          </a:solidFill>
          <a:ln xmlns:a="http://schemas.openxmlformats.org/drawingml/2006/main" w="0">
            <a:noFill/>
          </a:ln>
        </p:spPr>
      </p:sp>
      <p:sp>
        <p:nvSpPr>
          <p:cNvPr id="81" name="Text 161: 4">
            <a:extLst xmlns:a="http://schemas.openxmlformats.org/drawingml/2006/main">
              <a:ext uri="{FF2B5EF4-FFF2-40B4-BE49-F238E27FC236}">
                <a16:creationId xmlns:a16="http://schemas.microsoft.com/office/drawing/2014/main" id="{8DAB2F30-8B1D-4CB9-AB7A-74A93356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76700"/>
            <a:ext cx="190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9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4</a:t>
            </a:r>
          </a:p>
        </p:txBody>
      </p:sp>
      <p:sp>
        <p:nvSpPr>
          <p:cNvPr id="82" name="Text 162: Report generated — strengths, weaknesses &amp; tips">
            <a:extLst xmlns:a="http://schemas.openxmlformats.org/drawingml/2006/main">
              <a:ext uri="{FF2B5EF4-FFF2-40B4-BE49-F238E27FC236}">
                <a16:creationId xmlns:a16="http://schemas.microsoft.com/office/drawing/2014/main" id="{E4362B30-4765-498D-8D53-54D49DBA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57650"/>
            <a:ext cx="1638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638" b="0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Report generated — strengths, weaknesses &amp; tips</a:t>
            </a:r>
          </a:p>
        </p:txBody>
      </p:sp>
      <p:sp>
        <p:nvSpPr>
          <p:cNvPr id="83" name="Circle 163">
            <a:extLst xmlns:a="http://schemas.openxmlformats.org/drawingml/2006/main">
              <a:ext uri="{FF2B5EF4-FFF2-40B4-BE49-F238E27FC236}">
                <a16:creationId xmlns:a16="http://schemas.microsoft.com/office/drawing/2014/main" id="{A3405D6B-9C84-448F-A03D-19C5B8E0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3338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D7E7"/>
          </a:solidFill>
          <a:ln xmlns:a="http://schemas.openxmlformats.org/drawingml/2006/main" w="0">
            <a:noFill/>
          </a:ln>
        </p:spPr>
      </p:sp>
      <p:sp>
        <p:nvSpPr>
          <p:cNvPr id="84" name="Text 164: 5">
            <a:extLst xmlns:a="http://schemas.openxmlformats.org/drawingml/2006/main">
              <a:ext uri="{FF2B5EF4-FFF2-40B4-BE49-F238E27FC236}">
                <a16:creationId xmlns:a16="http://schemas.microsoft.com/office/drawing/2014/main" id="{F6351F85-4DFB-4D9C-A5C3-31FB9657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352925"/>
            <a:ext cx="190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9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5</a:t>
            </a:r>
          </a:p>
        </p:txBody>
      </p:sp>
      <p:sp>
        <p:nvSpPr>
          <p:cNvPr id="85" name="Text 165: Progress tracked — improve to earn leaderboard points">
            <a:extLst xmlns:a="http://schemas.openxmlformats.org/drawingml/2006/main">
              <a:ext uri="{FF2B5EF4-FFF2-40B4-BE49-F238E27FC236}">
                <a16:creationId xmlns:a16="http://schemas.microsoft.com/office/drawing/2014/main" id="{063B7417-0161-4C26-BB0B-6095297A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333875"/>
            <a:ext cx="1638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638" b="0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Progress tracked — improve to earn leaderboard points</a:t>
            </a:r>
          </a:p>
        </p:txBody>
      </p:sp>
      <p:pic>
        <p:nvPicPr>
          <p:cNvPr id="2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9df6476c284714"/>
          <a:stretch xmlns:a="http://schemas.openxmlformats.org/drawingml/2006/main"/>
        </p:blipFill>
        <p:spPr>
          <a:xfrm xmlns:a="http://schemas.openxmlformats.org/drawingml/2006/main">
            <a:off x="6486525" y="1276350"/>
            <a:ext cx="1143000" cy="1200150"/>
          </a:xfrm>
          <a:prstGeom xmlns:a="http://schemas.openxmlformats.org/drawingml/2006/main" prst="rect">
            <a:avLst/>
          </a:prstGeom>
        </p:spPr>
      </p:pic>
      <p:sp>
        <p:nvSpPr>
          <p:cNvPr id="87" name="Text 166: ON-DEVICE PRIVACY">
            <a:extLst xmlns:a="http://schemas.openxmlformats.org/drawingml/2006/main">
              <a:ext uri="{FF2B5EF4-FFF2-40B4-BE49-F238E27FC236}">
                <a16:creationId xmlns:a16="http://schemas.microsoft.com/office/drawing/2014/main" id="{62B4B2D3-9528-4948-B105-3741A737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35255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ON-DEVICE PRIVACY</a:t>
            </a:r>
          </a:p>
        </p:txBody>
      </p:sp>
      <p:sp>
        <p:nvSpPr>
          <p:cNvPr id="88" name="Text 167: Pose analysis runs in your browser. Raw video stays on your devic">
            <a:extLst xmlns:a="http://schemas.openxmlformats.org/drawingml/2006/main">
              <a:ext uri="{FF2B5EF4-FFF2-40B4-BE49-F238E27FC236}">
                <a16:creationId xmlns:a16="http://schemas.microsoft.com/office/drawing/2014/main" id="{32578A8A-E842-4F10-831B-81AA0C0C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714500"/>
            <a:ext cx="26765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4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Pose analysis runs in your browser.</a:t>
            </a:r>
          </a:p>
          <a:p xmlns:a="http://schemas.openxmlformats.org/drawingml/2006/main">
            <a:pPr algn="l">
              <a:defRPr sz="14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4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Raw video stays on your device.</a:t>
            </a:r>
          </a:p>
        </p:txBody>
      </p:sp>
      <p:pic>
        <p:nvPicPr>
          <p:cNvPr id="2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973a7e31344283"/>
          <a:stretch xmlns:a="http://schemas.openxmlformats.org/drawingml/2006/main"/>
        </p:blipFill>
        <p:spPr>
          <a:xfrm xmlns:a="http://schemas.openxmlformats.org/drawingml/2006/main">
            <a:off x="5905500" y="2647950"/>
            <a:ext cx="790575" cy="895350"/>
          </a:xfrm>
          <a:prstGeom xmlns:a="http://schemas.openxmlformats.org/drawingml/2006/main" prst="rect">
            <a:avLst/>
          </a:prstGeom>
        </p:spPr>
      </p:pic>
      <p:pic>
        <p:nvPicPr>
          <p:cNvPr id="2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8de979af074111"/>
          <a:stretch xmlns:a="http://schemas.openxmlformats.org/drawingml/2006/main"/>
        </p:blipFill>
        <p:spPr>
          <a:xfrm xmlns:a="http://schemas.openxmlformats.org/drawingml/2006/main">
            <a:off x="7372350" y="2609850"/>
            <a:ext cx="1114425" cy="923925"/>
          </a:xfrm>
          <a:prstGeom xmlns:a="http://schemas.openxmlformats.org/drawingml/2006/main" prst="rect">
            <a:avLst/>
          </a:prstGeom>
        </p:spPr>
      </p:pic>
      <p:pic>
        <p:nvPicPr>
          <p:cNvPr id="2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b2d84d244c46bf"/>
          <a:stretch xmlns:a="http://schemas.openxmlformats.org/drawingml/2006/main"/>
        </p:blipFill>
        <p:spPr>
          <a:xfrm xmlns:a="http://schemas.openxmlformats.org/drawingml/2006/main">
            <a:off x="8963025" y="2619375"/>
            <a:ext cx="1285875" cy="971550"/>
          </a:xfrm>
          <a:prstGeom xmlns:a="http://schemas.openxmlformats.org/drawingml/2006/main" prst="rect">
            <a:avLst/>
          </a:prstGeom>
        </p:spPr>
      </p:pic>
      <p:sp>
        <p:nvSpPr>
          <p:cNvPr id="92" name="Text 168: MediaPipe">
            <a:extLst xmlns:a="http://schemas.openxmlformats.org/drawingml/2006/main">
              <a:ext uri="{FF2B5EF4-FFF2-40B4-BE49-F238E27FC236}">
                <a16:creationId xmlns:a16="http://schemas.microsoft.com/office/drawing/2014/main" id="{CCE570FB-3DB6-4497-90B8-9B74A9CB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76650"/>
            <a:ext cx="1085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MediaPipe</a:t>
            </a:r>
          </a:p>
        </p:txBody>
      </p:sp>
      <p:sp>
        <p:nvSpPr>
          <p:cNvPr id="93" name="Text 169: Runs in your browser">
            <a:extLst xmlns:a="http://schemas.openxmlformats.org/drawingml/2006/main">
              <a:ext uri="{FF2B5EF4-FFF2-40B4-BE49-F238E27FC236}">
                <a16:creationId xmlns:a16="http://schemas.microsoft.com/office/drawing/2014/main" id="{33380205-418A-44A8-A925-5A79A3E3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667125"/>
            <a:ext cx="1504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Runs in</a:t>
            </a:r>
          </a:p>
          <a:p xmlns:a="http://schemas.openxmlformats.org/drawingml/2006/main">
            <a:pPr algn="ctr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your browser</a:t>
            </a:r>
          </a:p>
        </p:txBody>
      </p:sp>
      <p:sp>
        <p:nvSpPr>
          <p:cNvPr id="94" name="Text 170: Raw video stays on device">
            <a:extLst xmlns:a="http://schemas.openxmlformats.org/drawingml/2006/main">
              <a:ext uri="{FF2B5EF4-FFF2-40B4-BE49-F238E27FC236}">
                <a16:creationId xmlns:a16="http://schemas.microsoft.com/office/drawing/2014/main" id="{25E475EA-F6DD-4F50-A23C-49736E85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67125"/>
            <a:ext cx="15525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Raw video</a:t>
            </a:r>
          </a:p>
          <a:p xmlns:a="http://schemas.openxmlformats.org/drawingml/2006/main">
            <a:pPr algn="ctr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stays on device</a:t>
            </a:r>
          </a:p>
        </p:txBody>
      </p:sp>
      <p:sp>
        <p:nvSpPr>
          <p:cNvPr id="95" name="Divider 171">
            <a:extLst xmlns:a="http://schemas.openxmlformats.org/drawingml/2006/main">
              <a:ext uri="{FF2B5EF4-FFF2-40B4-BE49-F238E27FC236}">
                <a16:creationId xmlns:a16="http://schemas.microsoft.com/office/drawing/2014/main" id="{0FB391EE-8028-4017-8C3E-5C1E7832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210050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E7FA"/>
            </a:solidFill>
            <a:prstDash val="solid"/>
          </a:ln>
        </p:spPr>
      </p:sp>
      <p:pic>
        <p:nvPicPr>
          <p:cNvPr id="2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5cacdb14f04f78"/>
          <a:stretch xmlns:a="http://schemas.openxmlformats.org/drawingml/2006/main"/>
        </p:blipFill>
        <p:spPr>
          <a:xfrm xmlns:a="http://schemas.openxmlformats.org/drawingml/2006/main">
            <a:off x="5991225" y="4324350"/>
            <a:ext cx="333375" cy="409575"/>
          </a:xfrm>
          <a:prstGeom xmlns:a="http://schemas.openxmlformats.org/drawingml/2006/main" prst="rect">
            <a:avLst/>
          </a:prstGeom>
        </p:spPr>
      </p:pic>
      <p:sp>
        <p:nvSpPr>
          <p:cNvPr id="97" name="Text 172: Athlete controls:">
            <a:extLst xmlns:a="http://schemas.openxmlformats.org/drawingml/2006/main">
              <a:ext uri="{FF2B5EF4-FFF2-40B4-BE49-F238E27FC236}">
                <a16:creationId xmlns:a16="http://schemas.microsoft.com/office/drawing/2014/main" id="{FA547456-2DEC-47B8-A136-46B9BA94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291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0F4BC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50F4BC"/>
                </a:solidFill>
                <a:latin typeface="Arial Narrow"/>
                <a:ea typeface="Arial Narrow"/>
                <a:cs typeface="Arial Narrow"/>
              </a:rPr>
              <a:t>Athlete controls:</a:t>
            </a:r>
          </a:p>
        </p:txBody>
      </p:sp>
      <p:sp>
        <p:nvSpPr>
          <p:cNvPr id="98" name="Text 173: consent, export, delete">
            <a:extLst xmlns:a="http://schemas.openxmlformats.org/drawingml/2006/main">
              <a:ext uri="{FF2B5EF4-FFF2-40B4-BE49-F238E27FC236}">
                <a16:creationId xmlns:a16="http://schemas.microsoft.com/office/drawing/2014/main" id="{6C895744-DEB8-4D5E-872B-D8B81A3C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3865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consent, export, delete</a:t>
            </a:r>
          </a:p>
        </p:txBody>
      </p:sp>
      <p:pic>
        <p:nvPicPr>
          <p:cNvPr id="2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286a2497274642"/>
          <a:stretch xmlns:a="http://schemas.openxmlformats.org/drawingml/2006/main"/>
        </p:blipFill>
        <p:spPr>
          <a:xfrm xmlns:a="http://schemas.openxmlformats.org/drawingml/2006/main">
            <a:off x="11677650" y="1304925"/>
            <a:ext cx="1047750" cy="866775"/>
          </a:xfrm>
          <a:prstGeom xmlns:a="http://schemas.openxmlformats.org/drawingml/2006/main" prst="rect">
            <a:avLst/>
          </a:prstGeom>
        </p:spPr>
      </p:pic>
      <p:sp>
        <p:nvSpPr>
          <p:cNvPr id="100" name="Text 174: SPORT-AWARE INSIGHTS">
            <a:extLst xmlns:a="http://schemas.openxmlformats.org/drawingml/2006/main">
              <a:ext uri="{FF2B5EF4-FFF2-40B4-BE49-F238E27FC236}">
                <a16:creationId xmlns:a16="http://schemas.microsoft.com/office/drawing/2014/main" id="{6A6BD4C9-6AF9-462E-B832-2E139B8D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1343025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SPORT-AWARE INSIGHTS</a:t>
            </a:r>
          </a:p>
        </p:txBody>
      </p:sp>
      <p:sp>
        <p:nvSpPr>
          <p:cNvPr id="101" name="Text 175: Five movement metrics with sport-specific scoring rules.">
            <a:extLst xmlns:a="http://schemas.openxmlformats.org/drawingml/2006/main">
              <a:ext uri="{FF2B5EF4-FFF2-40B4-BE49-F238E27FC236}">
                <a16:creationId xmlns:a16="http://schemas.microsoft.com/office/drawing/2014/main" id="{0FD7191C-65A4-4A94-8E49-22EB3582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171450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Five movement metrics with</a:t>
            </a:r>
          </a:p>
          <a:p xmlns:a="http://schemas.openxmlformats.org/drawingml/2006/main">
            <a:pPr algn="l">
              <a:def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sport-specific scoring rules.</a:t>
            </a:r>
          </a:p>
        </p:txBody>
      </p:sp>
      <p:sp>
        <p:nvSpPr>
          <p:cNvPr id="102" name="Panel 176">
            <a:extLst xmlns:a="http://schemas.openxmlformats.org/drawingml/2006/main">
              <a:ext uri="{FF2B5EF4-FFF2-40B4-BE49-F238E27FC236}">
                <a16:creationId xmlns:a16="http://schemas.microsoft.com/office/drawing/2014/main" id="{C4B8AFBC-71F6-451A-8C9B-98D5ED1A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2343150"/>
            <a:ext cx="4743450" cy="2428875"/>
          </a:xfrm>
          <a:prstGeom xmlns:a="http://schemas.openxmlformats.org/drawingml/2006/main" prst="roundRect">
            <a:avLst>
              <a:gd name="adj" fmla="val 5098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9525">
            <a:solidFill>
              <a:srgbClr val="06B9FA"/>
            </a:solidFill>
            <a:prstDash val="solid"/>
          </a:ln>
        </p:spPr>
      </p:sp>
      <p:sp>
        <p:nvSpPr>
          <p:cNvPr id="103" name="Text 177: AI Metric Scores">
            <a:extLst xmlns:a="http://schemas.openxmlformats.org/drawingml/2006/main">
              <a:ext uri="{FF2B5EF4-FFF2-40B4-BE49-F238E27FC236}">
                <a16:creationId xmlns:a16="http://schemas.microsoft.com/office/drawing/2014/main" id="{1F4D94E4-07AA-40A7-8F60-02BC96B2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24765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3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AI Metric Scores</a:t>
            </a:r>
          </a:p>
        </p:txBody>
      </p:sp>
      <p:sp>
        <p:nvSpPr>
          <p:cNvPr id="104" name="Text 178: ▣">
            <a:extLst xmlns:a="http://schemas.openxmlformats.org/drawingml/2006/main">
              <a:ext uri="{FF2B5EF4-FFF2-40B4-BE49-F238E27FC236}">
                <a16:creationId xmlns:a16="http://schemas.microsoft.com/office/drawing/2014/main" id="{683D1E39-ECBE-46EA-B68F-44785AD6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2476500"/>
            <a:ext cx="190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F4BC"/>
                </a:solidFill>
                <a:latin typeface="Arial Narrow"/>
                <a:ea typeface="Arial Narrow"/>
                <a:cs typeface="Arial Narrow"/>
              </a:defRPr>
            </a:pPr>
            <a:r>
              <a:rPr sz="1350" b="0">
                <a:solidFill>
                  <a:srgbClr val="50F4BC"/>
                </a:solidFill>
                <a:latin typeface="Arial Narrow"/>
                <a:ea typeface="Arial Narrow"/>
                <a:cs typeface="Arial Narrow"/>
              </a:rPr>
              <a:t>▣</a:t>
            </a:r>
          </a:p>
        </p:txBody>
      </p:sp>
      <p:pic>
        <p:nvPicPr>
          <p:cNvPr id="2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5603f9ae6e4e43"/>
          <a:stretch xmlns:a="http://schemas.openxmlformats.org/drawingml/2006/main"/>
        </p:blipFill>
        <p:spPr>
          <a:xfrm xmlns:a="http://schemas.openxmlformats.org/drawingml/2006/main">
            <a:off x="11029950" y="2752725"/>
            <a:ext cx="180975" cy="228600"/>
          </a:xfrm>
          <a:prstGeom xmlns:a="http://schemas.openxmlformats.org/drawingml/2006/main" prst="rect">
            <a:avLst/>
          </a:prstGeom>
        </p:spPr>
      </p:pic>
      <p:sp>
        <p:nvSpPr>
          <p:cNvPr id="106" name="Text 179: Swing Speed">
            <a:extLst xmlns:a="http://schemas.openxmlformats.org/drawingml/2006/main">
              <a:ext uri="{FF2B5EF4-FFF2-40B4-BE49-F238E27FC236}">
                <a16:creationId xmlns:a16="http://schemas.microsoft.com/office/drawing/2014/main" id="{07E2715E-A0B1-4055-921A-0F7DFA94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790825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Swing Speed</a:t>
            </a:r>
          </a:p>
        </p:txBody>
      </p:sp>
      <p:sp>
        <p:nvSpPr>
          <p:cNvPr id="107" name="Text 180: 76/100 (+3)">
            <a:extLst xmlns:a="http://schemas.openxmlformats.org/drawingml/2006/main">
              <a:ext uri="{FF2B5EF4-FFF2-40B4-BE49-F238E27FC236}">
                <a16:creationId xmlns:a16="http://schemas.microsoft.com/office/drawing/2014/main" id="{DBCF1CE8-EECC-4665-AF9D-2DF79866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2790825"/>
            <a:ext cx="1143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76/100 (+3)</a:t>
            </a:r>
          </a:p>
        </p:txBody>
      </p:sp>
      <p:sp>
        <p:nvSpPr>
          <p:cNvPr id="108" name="Panel 181">
            <a:extLst xmlns:a="http://schemas.openxmlformats.org/drawingml/2006/main">
              <a:ext uri="{FF2B5EF4-FFF2-40B4-BE49-F238E27FC236}">
                <a16:creationId xmlns:a16="http://schemas.microsoft.com/office/drawing/2014/main" id="{85A17961-7A4C-4966-8D6F-D3490F45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2990850"/>
            <a:ext cx="438150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3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Panel 182">
            <a:extLst xmlns:a="http://schemas.openxmlformats.org/drawingml/2006/main">
              <a:ext uri="{FF2B5EF4-FFF2-40B4-BE49-F238E27FC236}">
                <a16:creationId xmlns:a16="http://schemas.microsoft.com/office/drawing/2014/main" id="{D47D225F-F24C-4384-AC37-EB1DE543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2990850"/>
            <a:ext cx="3329940" cy="10477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66ECF5"/>
              </a:gs>
              <a:gs pos="100000">
                <a:srgbClr val="0BA7C0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pic>
        <p:nvPicPr>
          <p:cNvPr id="2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5caf9dc80c4d3c"/>
          <a:stretch xmlns:a="http://schemas.openxmlformats.org/drawingml/2006/main"/>
        </p:blipFill>
        <p:spPr>
          <a:xfrm xmlns:a="http://schemas.openxmlformats.org/drawingml/2006/main">
            <a:off x="11029950" y="3190875"/>
            <a:ext cx="190500" cy="209550"/>
          </a:xfrm>
          <a:prstGeom xmlns:a="http://schemas.openxmlformats.org/drawingml/2006/main" prst="rect">
            <a:avLst/>
          </a:prstGeom>
        </p:spPr>
      </p:pic>
      <p:sp>
        <p:nvSpPr>
          <p:cNvPr id="111" name="Text 183: Footwork &amp; Reflex">
            <a:extLst xmlns:a="http://schemas.openxmlformats.org/drawingml/2006/main">
              <a:ext uri="{FF2B5EF4-FFF2-40B4-BE49-F238E27FC236}">
                <a16:creationId xmlns:a16="http://schemas.microsoft.com/office/drawing/2014/main" id="{52704A5B-C078-4051-97F7-A80EBFAD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190875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Footwork &amp; Reflex</a:t>
            </a:r>
          </a:p>
        </p:txBody>
      </p:sp>
      <p:sp>
        <p:nvSpPr>
          <p:cNvPr id="112" name="Text 184: 90/100 (+5)">
            <a:extLst xmlns:a="http://schemas.openxmlformats.org/drawingml/2006/main">
              <a:ext uri="{FF2B5EF4-FFF2-40B4-BE49-F238E27FC236}">
                <a16:creationId xmlns:a16="http://schemas.microsoft.com/office/drawing/2014/main" id="{AEC7FCB5-C3B3-4522-B097-2A3F8F6C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3190875"/>
            <a:ext cx="1143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90/100 (+5)</a:t>
            </a:r>
          </a:p>
        </p:txBody>
      </p:sp>
      <p:sp>
        <p:nvSpPr>
          <p:cNvPr id="113" name="Panel 185">
            <a:extLst xmlns:a="http://schemas.openxmlformats.org/drawingml/2006/main">
              <a:ext uri="{FF2B5EF4-FFF2-40B4-BE49-F238E27FC236}">
                <a16:creationId xmlns:a16="http://schemas.microsoft.com/office/drawing/2014/main" id="{90A9D70A-F1AF-4564-BC0F-7324995D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3390900"/>
            <a:ext cx="438150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3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Panel 186">
            <a:extLst xmlns:a="http://schemas.openxmlformats.org/drawingml/2006/main">
              <a:ext uri="{FF2B5EF4-FFF2-40B4-BE49-F238E27FC236}">
                <a16:creationId xmlns:a16="http://schemas.microsoft.com/office/drawing/2014/main" id="{B0B01C2E-A1EC-4137-B770-7F6F39D5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3390900"/>
            <a:ext cx="3943350" cy="10477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66ECF5"/>
              </a:gs>
              <a:gs pos="100000">
                <a:srgbClr val="0BA7C0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pic>
        <p:nvPicPr>
          <p:cNvPr id="2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6cdd024d2b4e97"/>
          <a:stretch xmlns:a="http://schemas.openxmlformats.org/drawingml/2006/main"/>
        </p:blipFill>
        <p:spPr>
          <a:xfrm xmlns:a="http://schemas.openxmlformats.org/drawingml/2006/main">
            <a:off x="11020425" y="3590925"/>
            <a:ext cx="200025" cy="209550"/>
          </a:xfrm>
          <a:prstGeom xmlns:a="http://schemas.openxmlformats.org/drawingml/2006/main" prst="rect">
            <a:avLst/>
          </a:prstGeom>
        </p:spPr>
      </p:pic>
      <p:sp>
        <p:nvSpPr>
          <p:cNvPr id="116" name="Text 187: Hitting Power">
            <a:extLst xmlns:a="http://schemas.openxmlformats.org/drawingml/2006/main">
              <a:ext uri="{FF2B5EF4-FFF2-40B4-BE49-F238E27FC236}">
                <a16:creationId xmlns:a16="http://schemas.microsoft.com/office/drawing/2014/main" id="{B570A6A2-1CB1-4B24-AF37-07D17804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590925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Hitting Power</a:t>
            </a:r>
          </a:p>
        </p:txBody>
      </p:sp>
      <p:sp>
        <p:nvSpPr>
          <p:cNvPr id="117" name="Text 188: 70/100 (0)">
            <a:extLst xmlns:a="http://schemas.openxmlformats.org/drawingml/2006/main">
              <a:ext uri="{FF2B5EF4-FFF2-40B4-BE49-F238E27FC236}">
                <a16:creationId xmlns:a16="http://schemas.microsoft.com/office/drawing/2014/main" id="{71E2AFB6-D204-40C4-8E8A-2D5D2E79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3590925"/>
            <a:ext cx="1143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70/100 (0)</a:t>
            </a:r>
          </a:p>
        </p:txBody>
      </p:sp>
      <p:sp>
        <p:nvSpPr>
          <p:cNvPr id="118" name="Panel 189">
            <a:extLst xmlns:a="http://schemas.openxmlformats.org/drawingml/2006/main">
              <a:ext uri="{FF2B5EF4-FFF2-40B4-BE49-F238E27FC236}">
                <a16:creationId xmlns:a16="http://schemas.microsoft.com/office/drawing/2014/main" id="{2C7F622D-F73A-4271-A7AD-F5574315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3790950"/>
            <a:ext cx="438150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3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Panel 190">
            <a:extLst xmlns:a="http://schemas.openxmlformats.org/drawingml/2006/main">
              <a:ext uri="{FF2B5EF4-FFF2-40B4-BE49-F238E27FC236}">
                <a16:creationId xmlns:a16="http://schemas.microsoft.com/office/drawing/2014/main" id="{F1941F33-36F8-4387-B42A-434D0406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3790950"/>
            <a:ext cx="3067050" cy="10477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66ECF5"/>
              </a:gs>
              <a:gs pos="100000">
                <a:srgbClr val="0BA7C0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pic>
        <p:nvPicPr>
          <p:cNvPr id="3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edaf7415594a2a"/>
          <a:stretch xmlns:a="http://schemas.openxmlformats.org/drawingml/2006/main"/>
        </p:blipFill>
        <p:spPr>
          <a:xfrm xmlns:a="http://schemas.openxmlformats.org/drawingml/2006/main">
            <a:off x="11020425" y="3981450"/>
            <a:ext cx="200025" cy="219075"/>
          </a:xfrm>
          <a:prstGeom xmlns:a="http://schemas.openxmlformats.org/drawingml/2006/main" prst="rect">
            <a:avLst/>
          </a:prstGeom>
        </p:spPr>
      </p:pic>
      <p:sp>
        <p:nvSpPr>
          <p:cNvPr id="121" name="Text 191: Session Stamina">
            <a:extLst xmlns:a="http://schemas.openxmlformats.org/drawingml/2006/main">
              <a:ext uri="{FF2B5EF4-FFF2-40B4-BE49-F238E27FC236}">
                <a16:creationId xmlns:a16="http://schemas.microsoft.com/office/drawing/2014/main" id="{837A352F-773A-4C96-8DEA-F751C811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990975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Session Stamina</a:t>
            </a:r>
          </a:p>
        </p:txBody>
      </p:sp>
      <p:sp>
        <p:nvSpPr>
          <p:cNvPr id="122" name="Text 192: 74/100 (0)">
            <a:extLst xmlns:a="http://schemas.openxmlformats.org/drawingml/2006/main">
              <a:ext uri="{FF2B5EF4-FFF2-40B4-BE49-F238E27FC236}">
                <a16:creationId xmlns:a16="http://schemas.microsoft.com/office/drawing/2014/main" id="{9175CEB5-D57F-42CF-A18C-47982E4C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3990975"/>
            <a:ext cx="1143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74/100 (0)</a:t>
            </a:r>
          </a:p>
        </p:txBody>
      </p:sp>
      <p:sp>
        <p:nvSpPr>
          <p:cNvPr id="123" name="Panel 193">
            <a:extLst xmlns:a="http://schemas.openxmlformats.org/drawingml/2006/main">
              <a:ext uri="{FF2B5EF4-FFF2-40B4-BE49-F238E27FC236}">
                <a16:creationId xmlns:a16="http://schemas.microsoft.com/office/drawing/2014/main" id="{C3947554-F0CF-426C-9146-E12E93DD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4191000"/>
            <a:ext cx="438150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3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Panel 194">
            <a:extLst xmlns:a="http://schemas.openxmlformats.org/drawingml/2006/main">
              <a:ext uri="{FF2B5EF4-FFF2-40B4-BE49-F238E27FC236}">
                <a16:creationId xmlns:a16="http://schemas.microsoft.com/office/drawing/2014/main" id="{A310949E-C9E5-4037-A967-70527A08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4191000"/>
            <a:ext cx="3242310" cy="10477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66ECF5"/>
              </a:gs>
              <a:gs pos="100000">
                <a:srgbClr val="0BA7C0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pic>
        <p:nvPicPr>
          <p:cNvPr id="3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95d8224bd84c95"/>
          <a:stretch xmlns:a="http://schemas.openxmlformats.org/drawingml/2006/main"/>
        </p:blipFill>
        <p:spPr>
          <a:xfrm xmlns:a="http://schemas.openxmlformats.org/drawingml/2006/main">
            <a:off x="11029950" y="437197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126" name="Text 195: Shot Technique">
            <a:extLst xmlns:a="http://schemas.openxmlformats.org/drawingml/2006/main">
              <a:ext uri="{FF2B5EF4-FFF2-40B4-BE49-F238E27FC236}">
                <a16:creationId xmlns:a16="http://schemas.microsoft.com/office/drawing/2014/main" id="{D96DC5DB-2DF2-4CCC-B4A8-CE4DB8C3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391025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Shot Technique</a:t>
            </a:r>
          </a:p>
        </p:txBody>
      </p:sp>
      <p:sp>
        <p:nvSpPr>
          <p:cNvPr id="127" name="Text 196: 77/100 (+4)">
            <a:extLst xmlns:a="http://schemas.openxmlformats.org/drawingml/2006/main">
              <a:ext uri="{FF2B5EF4-FFF2-40B4-BE49-F238E27FC236}">
                <a16:creationId xmlns:a16="http://schemas.microsoft.com/office/drawing/2014/main" id="{C931DDFB-823F-4D7F-8A25-09E277DF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4391025"/>
            <a:ext cx="1143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77/100 (+4)</a:t>
            </a:r>
          </a:p>
        </p:txBody>
      </p:sp>
      <p:sp>
        <p:nvSpPr>
          <p:cNvPr id="128" name="Panel 197">
            <a:extLst xmlns:a="http://schemas.openxmlformats.org/drawingml/2006/main">
              <a:ext uri="{FF2B5EF4-FFF2-40B4-BE49-F238E27FC236}">
                <a16:creationId xmlns:a16="http://schemas.microsoft.com/office/drawing/2014/main" id="{48795178-3AD1-4BAF-873A-D080025A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4591050"/>
            <a:ext cx="438150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3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Panel 198">
            <a:extLst xmlns:a="http://schemas.openxmlformats.org/drawingml/2006/main">
              <a:ext uri="{FF2B5EF4-FFF2-40B4-BE49-F238E27FC236}">
                <a16:creationId xmlns:a16="http://schemas.microsoft.com/office/drawing/2014/main" id="{74ADDB34-9D49-493E-99A4-7691A788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4591050"/>
            <a:ext cx="3373755" cy="10477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66ECF5"/>
              </a:gs>
              <a:gs pos="100000">
                <a:srgbClr val="0BA7C0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pic>
        <p:nvPicPr>
          <p:cNvPr id="3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9456eecd2d47bd"/>
          <a:stretch xmlns:a="http://schemas.openxmlformats.org/drawingml/2006/main"/>
        </p:blipFill>
        <p:spPr>
          <a:xfrm xmlns:a="http://schemas.openxmlformats.org/drawingml/2006/main">
            <a:off x="1266825" y="5153025"/>
            <a:ext cx="1000125" cy="1076325"/>
          </a:xfrm>
          <a:prstGeom xmlns:a="http://schemas.openxmlformats.org/drawingml/2006/main" prst="rect">
            <a:avLst/>
          </a:prstGeom>
        </p:spPr>
      </p:pic>
      <p:sp>
        <p:nvSpPr>
          <p:cNvPr id="131" name="Text 199: PROGRESS EVIDENCE">
            <a:extLst xmlns:a="http://schemas.openxmlformats.org/drawingml/2006/main">
              <a:ext uri="{FF2B5EF4-FFF2-40B4-BE49-F238E27FC236}">
                <a16:creationId xmlns:a16="http://schemas.microsoft.com/office/drawing/2014/main" id="{F926037F-1748-4E8A-9B62-4B25E263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2197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PROGRESS EVIDENCE</a:t>
            </a:r>
          </a:p>
        </p:txBody>
      </p:sp>
      <p:sp>
        <p:nvSpPr>
          <p:cNvPr id="132" name="Text 200: Track session history and export PDF reports.">
            <a:extLst xmlns:a="http://schemas.openxmlformats.org/drawingml/2006/main">
              <a:ext uri="{FF2B5EF4-FFF2-40B4-BE49-F238E27FC236}">
                <a16:creationId xmlns:a16="http://schemas.microsoft.com/office/drawing/2014/main" id="{107BDF74-A3D2-407C-BD4B-72A47CA7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591175"/>
            <a:ext cx="2524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Track session history and</a:t>
            </a:r>
          </a:p>
          <a:p xmlns:a="http://schemas.openxmlformats.org/drawingml/2006/main">
            <a:pPr algn="l">
              <a:def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export PDF reports.</a:t>
            </a:r>
          </a:p>
        </p:txBody>
      </p:sp>
      <p:pic>
        <p:nvPicPr>
          <p:cNvPr id="3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a75e87d429464a"/>
          <a:stretch xmlns:a="http://schemas.openxmlformats.org/drawingml/2006/main"/>
        </p:blipFill>
        <p:spPr>
          <a:xfrm xmlns:a="http://schemas.openxmlformats.org/drawingml/2006/main">
            <a:off x="638175" y="6448425"/>
            <a:ext cx="1190625" cy="1419225"/>
          </a:xfrm>
          <a:prstGeom xmlns:a="http://schemas.openxmlformats.org/drawingml/2006/main" prst="rect">
            <a:avLst/>
          </a:prstGeom>
        </p:spPr>
      </p:pic>
      <p:sp>
        <p:nvSpPr>
          <p:cNvPr id="134" name="Editable flow arrow 201">
            <a:extLst xmlns:a="http://schemas.openxmlformats.org/drawingml/2006/main">
              <a:ext uri="{FF2B5EF4-FFF2-40B4-BE49-F238E27FC236}">
                <a16:creationId xmlns:a16="http://schemas.microsoft.com/office/drawing/2014/main" id="{64A41A52-E79F-4776-9044-8DD396B7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6981825"/>
            <a:ext cx="552450" cy="2952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B9FA"/>
          </a:solidFill>
          <a:ln xmlns:a="http://schemas.openxmlformats.org/drawingml/2006/main" w="0">
            <a:noFill/>
          </a:ln>
        </p:spPr>
      </p:sp>
      <p:pic>
        <p:nvPicPr>
          <p:cNvPr id="3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11cf27adec4189"/>
          <a:stretch xmlns:a="http://schemas.openxmlformats.org/drawingml/2006/main"/>
        </p:blipFill>
        <p:spPr>
          <a:xfrm xmlns:a="http://schemas.openxmlformats.org/drawingml/2006/main">
            <a:off x="2733675" y="6667500"/>
            <a:ext cx="866775" cy="838200"/>
          </a:xfrm>
          <a:prstGeom xmlns:a="http://schemas.openxmlformats.org/drawingml/2006/main" prst="rect">
            <a:avLst/>
          </a:prstGeom>
        </p:spPr>
      </p:pic>
      <p:sp>
        <p:nvSpPr>
          <p:cNvPr id="136" name="Text 202: jsPDF">
            <a:extLst xmlns:a="http://schemas.openxmlformats.org/drawingml/2006/main">
              <a:ext uri="{FF2B5EF4-FFF2-40B4-BE49-F238E27FC236}">
                <a16:creationId xmlns:a16="http://schemas.microsoft.com/office/drawing/2014/main" id="{E8999E59-7007-49BD-8793-E8A14D78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915150"/>
            <a:ext cx="109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6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jsPDF</a:t>
            </a:r>
          </a:p>
        </p:txBody>
      </p:sp>
      <p:pic>
        <p:nvPicPr>
          <p:cNvPr id="3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1a3eaf93914d85"/>
          <a:stretch xmlns:a="http://schemas.openxmlformats.org/drawingml/2006/main"/>
        </p:blipFill>
        <p:spPr>
          <a:xfrm xmlns:a="http://schemas.openxmlformats.org/drawingml/2006/main">
            <a:off x="6210300" y="5143500"/>
            <a:ext cx="1019175" cy="933450"/>
          </a:xfrm>
          <a:prstGeom xmlns:a="http://schemas.openxmlformats.org/drawingml/2006/main" prst="rect">
            <a:avLst/>
          </a:prstGeom>
        </p:spPr>
      </p:pic>
      <p:sp>
        <p:nvSpPr>
          <p:cNvPr id="138" name="Text 203: COACH VISIBILITY">
            <a:extLst xmlns:a="http://schemas.openxmlformats.org/drawingml/2006/main">
              <a:ext uri="{FF2B5EF4-FFF2-40B4-BE49-F238E27FC236}">
                <a16:creationId xmlns:a16="http://schemas.microsoft.com/office/drawing/2014/main" id="{DC62D409-A879-476F-9904-4DD2E210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522922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COACH VISIBILITY</a:t>
            </a:r>
          </a:p>
        </p:txBody>
      </p:sp>
      <p:sp>
        <p:nvSpPr>
          <p:cNvPr id="139" name="Text 204: Coaches search athlete profiles and connect through messages.">
            <a:extLst xmlns:a="http://schemas.openxmlformats.org/drawingml/2006/main">
              <a:ext uri="{FF2B5EF4-FFF2-40B4-BE49-F238E27FC236}">
                <a16:creationId xmlns:a16="http://schemas.microsoft.com/office/drawing/2014/main" id="{5F4C0DE3-76F1-4C6A-A1B6-6D069C18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5600700"/>
            <a:ext cx="3009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Coaches search athlete profiles</a:t>
            </a:r>
          </a:p>
          <a:p xmlns:a="http://schemas.openxmlformats.org/drawingml/2006/main">
            <a:pPr algn="l">
              <a:def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and connect through messages.</a:t>
            </a:r>
          </a:p>
        </p:txBody>
      </p:sp>
      <p:sp>
        <p:nvSpPr>
          <p:cNvPr id="140" name="Panel 205">
            <a:extLst xmlns:a="http://schemas.openxmlformats.org/drawingml/2006/main">
              <a:ext uri="{FF2B5EF4-FFF2-40B4-BE49-F238E27FC236}">
                <a16:creationId xmlns:a16="http://schemas.microsoft.com/office/drawing/2014/main" id="{4EF4A6B1-5010-4D29-8EBA-2945A8D1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143625"/>
            <a:ext cx="5105400" cy="1971675"/>
          </a:xfrm>
          <a:prstGeom xmlns:a="http://schemas.openxmlformats.org/drawingml/2006/main" prst="roundRect">
            <a:avLst>
              <a:gd name="adj" fmla="val 6280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9525">
            <a:solidFill>
              <a:srgbClr val="116282"/>
            </a:solidFill>
            <a:prstDash val="solid"/>
          </a:ln>
        </p:spPr>
      </p:sp>
      <p:sp>
        <p:nvSpPr>
          <p:cNvPr id="141" name="Text 206: Recruiter Hub">
            <a:extLst xmlns:a="http://schemas.openxmlformats.org/drawingml/2006/main">
              <a:ext uri="{FF2B5EF4-FFF2-40B4-BE49-F238E27FC236}">
                <a16:creationId xmlns:a16="http://schemas.microsoft.com/office/drawing/2014/main" id="{3DF6D08A-A866-4033-A9C1-30CE12DF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6191250"/>
            <a:ext cx="3743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Recruiter Hub</a:t>
            </a:r>
          </a:p>
        </p:txBody>
      </p:sp>
      <p:sp>
        <p:nvSpPr>
          <p:cNvPr id="142" name="Text 207: Search the talent pool + AI Scout recommends athletes to you">
            <a:extLst xmlns:a="http://schemas.openxmlformats.org/drawingml/2006/main">
              <a:ext uri="{FF2B5EF4-FFF2-40B4-BE49-F238E27FC236}">
                <a16:creationId xmlns:a16="http://schemas.microsoft.com/office/drawing/2014/main" id="{7D9A9B3C-0279-4770-B3F0-ED99A57A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6410325"/>
            <a:ext cx="480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Search the talent pool + AI Scout recommends athletes to you</a:t>
            </a:r>
          </a:p>
        </p:txBody>
      </p:sp>
      <p:sp>
        <p:nvSpPr>
          <p:cNvPr id="143" name="Text 208: Search Athletes">
            <a:extLst xmlns:a="http://schemas.openxmlformats.org/drawingml/2006/main">
              <a:ext uri="{FF2B5EF4-FFF2-40B4-BE49-F238E27FC236}">
                <a16:creationId xmlns:a16="http://schemas.microsoft.com/office/drawing/2014/main" id="{4AE8C0E2-577C-45A6-8080-62F6BB7F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6629400"/>
            <a:ext cx="4543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8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Search Athletes</a:t>
            </a:r>
          </a:p>
        </p:txBody>
      </p:sp>
      <p:sp>
        <p:nvSpPr>
          <p:cNvPr id="144" name="Text 209: ⌕">
            <a:extLst xmlns:a="http://schemas.openxmlformats.org/drawingml/2006/main">
              <a:ext uri="{FF2B5EF4-FFF2-40B4-BE49-F238E27FC236}">
                <a16:creationId xmlns:a16="http://schemas.microsoft.com/office/drawing/2014/main" id="{DF092474-B11A-4234-A2E5-A8B08FB5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6610350"/>
            <a:ext cx="142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⌕</a:t>
            </a:r>
          </a:p>
        </p:txBody>
      </p:sp>
      <p:sp>
        <p:nvSpPr>
          <p:cNvPr id="145" name="Text 210: SPORT">
            <a:extLst xmlns:a="http://schemas.openxmlformats.org/drawingml/2006/main">
              <a:ext uri="{FF2B5EF4-FFF2-40B4-BE49-F238E27FC236}">
                <a16:creationId xmlns:a16="http://schemas.microsoft.com/office/drawing/2014/main" id="{B25CB620-CDBA-4BD5-90F9-E3A6FC91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6838950"/>
            <a:ext cx="1066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SPORT</a:t>
            </a:r>
          </a:p>
        </p:txBody>
      </p:sp>
      <p:sp>
        <p:nvSpPr>
          <p:cNvPr id="146" name="Panel 211">
            <a:extLst xmlns:a="http://schemas.openxmlformats.org/drawingml/2006/main">
              <a:ext uri="{FF2B5EF4-FFF2-40B4-BE49-F238E27FC236}">
                <a16:creationId xmlns:a16="http://schemas.microsoft.com/office/drawing/2014/main" id="{89C77814-B0C6-447F-95F4-57AC0530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6962775"/>
            <a:ext cx="1066800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B1827"/>
          </a:solidFill>
          <a:ln xmlns:a="http://schemas.openxmlformats.org/drawingml/2006/main" w="5715">
            <a:solidFill>
              <a:srgbClr val="2A435A"/>
            </a:solidFill>
            <a:prstDash val="solid"/>
          </a:ln>
        </p:spPr>
      </p:sp>
      <p:sp>
        <p:nvSpPr>
          <p:cNvPr id="147" name="Text 212: All Sports">
            <a:extLst xmlns:a="http://schemas.openxmlformats.org/drawingml/2006/main">
              <a:ext uri="{FF2B5EF4-FFF2-40B4-BE49-F238E27FC236}">
                <a16:creationId xmlns:a16="http://schemas.microsoft.com/office/drawing/2014/main" id="{12B5554D-532B-41BF-9183-C9D40EE7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7019925"/>
            <a:ext cx="9239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7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All Sports</a:t>
            </a:r>
          </a:p>
        </p:txBody>
      </p:sp>
      <p:sp>
        <p:nvSpPr>
          <p:cNvPr id="148" name="Text 213: MIN SCORE">
            <a:extLst xmlns:a="http://schemas.openxmlformats.org/drawingml/2006/main">
              <a:ext uri="{FF2B5EF4-FFF2-40B4-BE49-F238E27FC236}">
                <a16:creationId xmlns:a16="http://schemas.microsoft.com/office/drawing/2014/main" id="{BFF42084-C7D6-465D-B4B6-DAF038EE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838950"/>
            <a:ext cx="742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MIN SCORE</a:t>
            </a:r>
          </a:p>
        </p:txBody>
      </p:sp>
      <p:sp>
        <p:nvSpPr>
          <p:cNvPr id="149" name="Panel 214">
            <a:extLst xmlns:a="http://schemas.openxmlformats.org/drawingml/2006/main">
              <a:ext uri="{FF2B5EF4-FFF2-40B4-BE49-F238E27FC236}">
                <a16:creationId xmlns:a16="http://schemas.microsoft.com/office/drawing/2014/main" id="{6220E408-7A2C-4A79-B386-1F89AB3B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962775"/>
            <a:ext cx="742950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B1827"/>
          </a:solidFill>
          <a:ln xmlns:a="http://schemas.openxmlformats.org/drawingml/2006/main" w="5715">
            <a:solidFill>
              <a:srgbClr val="2A435A"/>
            </a:solidFill>
            <a:prstDash val="solid"/>
          </a:ln>
        </p:spPr>
      </p:sp>
      <p:sp>
        <p:nvSpPr>
          <p:cNvPr id="150" name="Text 215: 0">
            <a:extLst xmlns:a="http://schemas.openxmlformats.org/drawingml/2006/main">
              <a:ext uri="{FF2B5EF4-FFF2-40B4-BE49-F238E27FC236}">
                <a16:creationId xmlns:a16="http://schemas.microsoft.com/office/drawing/2014/main" id="{DBD272B5-B76D-4FB3-8AFE-2A6BA444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019925"/>
            <a:ext cx="600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7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0</a:t>
            </a:r>
          </a:p>
        </p:txBody>
      </p:sp>
      <p:sp>
        <p:nvSpPr>
          <p:cNvPr id="151" name="Text 216: AGE MIN">
            <a:extLst xmlns:a="http://schemas.openxmlformats.org/drawingml/2006/main">
              <a:ext uri="{FF2B5EF4-FFF2-40B4-BE49-F238E27FC236}">
                <a16:creationId xmlns:a16="http://schemas.microsoft.com/office/drawing/2014/main" id="{A3DF3DCD-6E6A-4795-BFE9-7C66269A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6838950"/>
            <a:ext cx="742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AGE MIN</a:t>
            </a:r>
          </a:p>
        </p:txBody>
      </p:sp>
      <p:sp>
        <p:nvSpPr>
          <p:cNvPr id="152" name="Panel 217">
            <a:extLst xmlns:a="http://schemas.openxmlformats.org/drawingml/2006/main">
              <a:ext uri="{FF2B5EF4-FFF2-40B4-BE49-F238E27FC236}">
                <a16:creationId xmlns:a16="http://schemas.microsoft.com/office/drawing/2014/main" id="{96BAE319-FB28-4B30-A41B-10B7D5EA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6962775"/>
            <a:ext cx="742950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B1827"/>
          </a:solidFill>
          <a:ln xmlns:a="http://schemas.openxmlformats.org/drawingml/2006/main" w="5715">
            <a:solidFill>
              <a:srgbClr val="2A435A"/>
            </a:solidFill>
            <a:prstDash val="solid"/>
          </a:ln>
        </p:spPr>
      </p:sp>
      <p:sp>
        <p:nvSpPr>
          <p:cNvPr id="153" name="Text 218: 8">
            <a:extLst xmlns:a="http://schemas.openxmlformats.org/drawingml/2006/main">
              <a:ext uri="{FF2B5EF4-FFF2-40B4-BE49-F238E27FC236}">
                <a16:creationId xmlns:a16="http://schemas.microsoft.com/office/drawing/2014/main" id="{85262F8B-E311-4D73-B948-6918C4F8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7019925"/>
            <a:ext cx="600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7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8</a:t>
            </a:r>
          </a:p>
        </p:txBody>
      </p:sp>
      <p:sp>
        <p:nvSpPr>
          <p:cNvPr id="154" name="Text 219: AGE MAX">
            <a:extLst xmlns:a="http://schemas.openxmlformats.org/drawingml/2006/main">
              <a:ext uri="{FF2B5EF4-FFF2-40B4-BE49-F238E27FC236}">
                <a16:creationId xmlns:a16="http://schemas.microsoft.com/office/drawing/2014/main" id="{D9674978-DD89-4B80-B038-510494C8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6838950"/>
            <a:ext cx="742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AGE MAX</a:t>
            </a:r>
          </a:p>
        </p:txBody>
      </p:sp>
      <p:sp>
        <p:nvSpPr>
          <p:cNvPr id="155" name="Panel 220">
            <a:extLst xmlns:a="http://schemas.openxmlformats.org/drawingml/2006/main">
              <a:ext uri="{FF2B5EF4-FFF2-40B4-BE49-F238E27FC236}">
                <a16:creationId xmlns:a16="http://schemas.microsoft.com/office/drawing/2014/main" id="{46FBED9A-9311-4FAB-8D44-24ED209C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6962775"/>
            <a:ext cx="742950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B1827"/>
          </a:solidFill>
          <a:ln xmlns:a="http://schemas.openxmlformats.org/drawingml/2006/main" w="5715">
            <a:solidFill>
              <a:srgbClr val="2A435A"/>
            </a:solidFill>
            <a:prstDash val="solid"/>
          </a:ln>
        </p:spPr>
      </p:sp>
      <p:sp>
        <p:nvSpPr>
          <p:cNvPr id="156" name="Text 221: 40">
            <a:extLst xmlns:a="http://schemas.openxmlformats.org/drawingml/2006/main">
              <a:ext uri="{FF2B5EF4-FFF2-40B4-BE49-F238E27FC236}">
                <a16:creationId xmlns:a16="http://schemas.microsoft.com/office/drawing/2014/main" id="{FABF86A9-3865-4372-9F41-3BEF3343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7019925"/>
            <a:ext cx="600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7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40</a:t>
            </a:r>
          </a:p>
        </p:txBody>
      </p:sp>
      <p:sp>
        <p:nvSpPr>
          <p:cNvPr id="157" name="Text 222: LOCATION">
            <a:extLst xmlns:a="http://schemas.openxmlformats.org/drawingml/2006/main">
              <a:ext uri="{FF2B5EF4-FFF2-40B4-BE49-F238E27FC236}">
                <a16:creationId xmlns:a16="http://schemas.microsoft.com/office/drawing/2014/main" id="{E61F471F-BACB-4608-B0FC-5D5DA92A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6838950"/>
            <a:ext cx="1190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LOCATION</a:t>
            </a:r>
          </a:p>
        </p:txBody>
      </p:sp>
      <p:sp>
        <p:nvSpPr>
          <p:cNvPr id="158" name="Panel 223">
            <a:extLst xmlns:a="http://schemas.openxmlformats.org/drawingml/2006/main">
              <a:ext uri="{FF2B5EF4-FFF2-40B4-BE49-F238E27FC236}">
                <a16:creationId xmlns:a16="http://schemas.microsoft.com/office/drawing/2014/main" id="{5D789511-FB75-4954-9180-5886D76F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6962775"/>
            <a:ext cx="1190625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B1827"/>
          </a:solidFill>
          <a:ln xmlns:a="http://schemas.openxmlformats.org/drawingml/2006/main" w="5715">
            <a:solidFill>
              <a:srgbClr val="2A435A"/>
            </a:solidFill>
            <a:prstDash val="solid"/>
          </a:ln>
        </p:spPr>
      </p:sp>
      <p:sp>
        <p:nvSpPr>
          <p:cNvPr id="159" name="Text 224: All">
            <a:extLst xmlns:a="http://schemas.openxmlformats.org/drawingml/2006/main">
              <a:ext uri="{FF2B5EF4-FFF2-40B4-BE49-F238E27FC236}">
                <a16:creationId xmlns:a16="http://schemas.microsoft.com/office/drawing/2014/main" id="{C934913A-2720-4A7F-B41D-2E52D2D1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70199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7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All</a:t>
            </a:r>
          </a:p>
        </p:txBody>
      </p:sp>
      <p:graphicFrame>
        <p:nvGraphicFramePr>
          <p:cNvPr id="344" name=""/>
          <p:cNvGraphicFramePr/>
          <p:nvPr/>
        </p:nvGraphicFramePr>
        <p:xfrm>
          <a:off xmlns:a="http://schemas.openxmlformats.org/drawingml/2006/main" x="5467350" y="7277100"/>
          <a:ext xmlns:a="http://schemas.openxmlformats.org/drawingml/2006/main" cx="4876800" cy="800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00150"/>
                <a:gridCol w="333375"/>
                <a:gridCol w="704850"/>
                <a:gridCol w="590550"/>
                <a:gridCol w="485775"/>
                <a:gridCol w="723900"/>
                <a:gridCol w="838200"/>
              </a:tblGrid>
              <a:tr h="200025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91B3D0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ATHLETE</a:t>
                      </a:r>
                    </a:p>
                  </a:txBody>
                  <a:tcPr marL="28575" marR="19050" marT="19050" marB="19050">
                    <a:solidFill>
                      <a:srgbClr val="07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91B3D0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AGE</a:t>
                      </a:r>
                    </a:p>
                  </a:txBody>
                  <a:tcPr marL="28575" marR="19050" marT="19050" marB="19050">
                    <a:solidFill>
                      <a:srgbClr val="07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91B3D0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SPORT</a:t>
                      </a:r>
                    </a:p>
                  </a:txBody>
                  <a:tcPr marL="28575" marR="19050" marT="19050" marB="19050">
                    <a:solidFill>
                      <a:srgbClr val="07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91B3D0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LOCATION</a:t>
                      </a:r>
                    </a:p>
                  </a:txBody>
                  <a:tcPr marL="28575" marR="19050" marT="19050" marB="19050">
                    <a:solidFill>
                      <a:srgbClr val="07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91B3D0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LATEST</a:t>
                      </a:r>
                    </a:p>
                  </a:txBody>
                  <a:tcPr marL="28575" marR="19050" marT="19050" marB="19050">
                    <a:solidFill>
                      <a:srgbClr val="07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91B3D0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PROGRESS</a:t>
                      </a:r>
                    </a:p>
                  </a:txBody>
                  <a:tcPr marL="28575" marR="19050" marT="19050" marB="19050">
                    <a:solidFill>
                      <a:srgbClr val="07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91B3D0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ACTIONS</a:t>
                      </a:r>
                    </a:p>
                  </a:txBody>
                  <a:tcPr marL="28575" marR="19050" marT="19050" marB="19050">
                    <a:solidFill>
                      <a:srgbClr val="071A2E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D9EAF8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Divya Mishra</a:t>
                      </a:r>
                    </a:p>
                  </a:txBody>
                  <a:tcPr marL="28575" marR="19050" marT="19050" marB="19050">
                    <a:solidFill>
                      <a:srgbClr val="08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D9EAF8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17</a:t>
                      </a:r>
                    </a:p>
                  </a:txBody>
                  <a:tcPr marL="28575" marR="19050" marT="19050" marB="19050">
                    <a:solidFill>
                      <a:srgbClr val="08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D9EAF8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Athletics</a:t>
                      </a:r>
                    </a:p>
                  </a:txBody>
                  <a:tcPr marL="28575" marR="19050" marT="19050" marB="19050">
                    <a:solidFill>
                      <a:srgbClr val="08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D9EAF8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Urban</a:t>
                      </a:r>
                    </a:p>
                  </a:txBody>
                  <a:tcPr marL="28575" marR="19050" marT="19050" marB="19050">
                    <a:solidFill>
                      <a:srgbClr val="08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8FAFF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87.4</a:t>
                      </a:r>
                    </a:p>
                  </a:txBody>
                  <a:tcPr marL="28575" marR="19050" marT="19050" marB="19050">
                    <a:solidFill>
                      <a:srgbClr val="08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D044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▲ +15</a:t>
                      </a:r>
                    </a:p>
                  </a:txBody>
                  <a:tcPr marL="28575" marR="19050" marT="19050" marB="19050">
                    <a:solidFill>
                      <a:srgbClr val="08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D9EAF8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Profile</a:t>
                      </a:r>
                    </a:p>
                  </a:txBody>
                  <a:tcPr marL="28575" marR="19050" marT="19050" marB="19050">
                    <a:solidFill>
                      <a:srgbClr val="081F34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D9EAF8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Sneha Gupta</a:t>
                      </a:r>
                    </a:p>
                  </a:txBody>
                  <a:tcPr marL="28575" marR="19050" marT="19050" marB="19050">
                    <a:solidFill>
                      <a:srgbClr val="08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D9EAF8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17</a:t>
                      </a:r>
                    </a:p>
                  </a:txBody>
                  <a:tcPr marL="28575" marR="19050" marT="19050" marB="19050">
                    <a:solidFill>
                      <a:srgbClr val="08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D9EAF8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Athletics</a:t>
                      </a:r>
                    </a:p>
                  </a:txBody>
                  <a:tcPr marL="28575" marR="19050" marT="19050" marB="19050">
                    <a:solidFill>
                      <a:srgbClr val="08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D9EAF8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Urban</a:t>
                      </a:r>
                    </a:p>
                  </a:txBody>
                  <a:tcPr marL="28575" marR="19050" marT="19050" marB="19050">
                    <a:solidFill>
                      <a:srgbClr val="08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8FAFF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80</a:t>
                      </a:r>
                    </a:p>
                  </a:txBody>
                  <a:tcPr marL="28575" marR="19050" marT="19050" marB="19050">
                    <a:solidFill>
                      <a:srgbClr val="08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D044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▲ +8.6</a:t>
                      </a:r>
                    </a:p>
                  </a:txBody>
                  <a:tcPr marL="28575" marR="19050" marT="19050" marB="19050">
                    <a:solidFill>
                      <a:srgbClr val="08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D9EAF8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Profile</a:t>
                      </a:r>
                    </a:p>
                  </a:txBody>
                  <a:tcPr marL="28575" marR="19050" marT="19050" marB="19050">
                    <a:solidFill>
                      <a:srgbClr val="081F34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D9EAF8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Pooja Nair</a:t>
                      </a:r>
                    </a:p>
                  </a:txBody>
                  <a:tcPr marL="28575" marR="19050" marT="19050" marB="19050">
                    <a:solidFill>
                      <a:srgbClr val="08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D9EAF8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16</a:t>
                      </a:r>
                    </a:p>
                  </a:txBody>
                  <a:tcPr marL="28575" marR="19050" marT="19050" marB="19050">
                    <a:solidFill>
                      <a:srgbClr val="08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D9EAF8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Kabaddi</a:t>
                      </a:r>
                    </a:p>
                  </a:txBody>
                  <a:tcPr marL="28575" marR="19050" marT="19050" marB="19050">
                    <a:solidFill>
                      <a:srgbClr val="08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D9EAF8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Rural</a:t>
                      </a:r>
                    </a:p>
                  </a:txBody>
                  <a:tcPr marL="28575" marR="19050" marT="19050" marB="19050">
                    <a:solidFill>
                      <a:srgbClr val="08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8FAFF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78</a:t>
                      </a:r>
                    </a:p>
                  </a:txBody>
                  <a:tcPr marL="28575" marR="19050" marT="19050" marB="19050">
                    <a:solidFill>
                      <a:srgbClr val="08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D044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▲ +8</a:t>
                      </a:r>
                    </a:p>
                  </a:txBody>
                  <a:tcPr marL="28575" marR="19050" marT="19050" marB="19050">
                    <a:solidFill>
                      <a:srgbClr val="08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D9EAF8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Profile</a:t>
                      </a:r>
                    </a:p>
                  </a:txBody>
                  <a:tcPr marL="28575" marR="19050" marT="19050" marB="19050">
                    <a:solidFill>
                      <a:srgbClr val="081F34"/>
                    </a:solidFill>
                  </a:tcPr>
                </a:tc>
              </a:tr>
            </a:tbl>
          </a:graphicData>
        </a:graphic>
      </p:graphicFrame>
      <p:pic>
        <p:nvPicPr>
          <p:cNvPr id="3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ffe02162ce4d30"/>
          <a:stretch xmlns:a="http://schemas.openxmlformats.org/drawingml/2006/main"/>
        </p:blipFill>
        <p:spPr>
          <a:xfrm xmlns:a="http://schemas.openxmlformats.org/drawingml/2006/main">
            <a:off x="11811000" y="5143500"/>
            <a:ext cx="866775" cy="1009650"/>
          </a:xfrm>
          <a:prstGeom xmlns:a="http://schemas.openxmlformats.org/drawingml/2006/main" prst="rect">
            <a:avLst/>
          </a:prstGeom>
        </p:spPr>
      </p:pic>
      <p:sp>
        <p:nvSpPr>
          <p:cNvPr id="162" name="Text 225: COMPARE TWO ATHLETES">
            <a:extLst xmlns:a="http://schemas.openxmlformats.org/drawingml/2006/main">
              <a:ext uri="{FF2B5EF4-FFF2-40B4-BE49-F238E27FC236}">
                <a16:creationId xmlns:a16="http://schemas.microsoft.com/office/drawing/2014/main" id="{0AFDBB91-19DD-484F-86BE-13B5F3C5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5229225"/>
            <a:ext cx="2752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COMPARE TWO ATHLETES</a:t>
            </a:r>
          </a:p>
        </p:txBody>
      </p:sp>
      <p:sp>
        <p:nvSpPr>
          <p:cNvPr id="163" name="Text 226: Coaches review athletes side by side using metric comparisons.">
            <a:extLst xmlns:a="http://schemas.openxmlformats.org/drawingml/2006/main">
              <a:ext uri="{FF2B5EF4-FFF2-40B4-BE49-F238E27FC236}">
                <a16:creationId xmlns:a16="http://schemas.microsoft.com/office/drawing/2014/main" id="{B67DCD71-F9EC-426B-9D14-8005523F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56007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388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Coaches review athletes side by side</a:t>
            </a:r>
          </a:p>
          <a:p xmlns:a="http://schemas.openxmlformats.org/drawingml/2006/main">
            <a:pPr algn="l">
              <a:defRPr sz="1388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388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using metric comparisons.</a:t>
            </a:r>
          </a:p>
        </p:txBody>
      </p:sp>
      <p:sp>
        <p:nvSpPr>
          <p:cNvPr id="164" name="Panel 227">
            <a:extLst xmlns:a="http://schemas.openxmlformats.org/drawingml/2006/main">
              <a:ext uri="{FF2B5EF4-FFF2-40B4-BE49-F238E27FC236}">
                <a16:creationId xmlns:a16="http://schemas.microsoft.com/office/drawing/2014/main" id="{9ED2D66D-FAA6-49D4-B43E-F5A24F5E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6238875"/>
            <a:ext cx="4629150" cy="1800225"/>
          </a:xfrm>
          <a:prstGeom xmlns:a="http://schemas.openxmlformats.org/drawingml/2006/main" prst="roundRect">
            <a:avLst>
              <a:gd name="adj" fmla="val 8995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9525">
            <a:solidFill>
              <a:srgbClr val="446885"/>
            </a:solidFill>
            <a:prstDash val="solid"/>
          </a:ln>
        </p:spPr>
      </p:sp>
      <p:sp>
        <p:nvSpPr>
          <p:cNvPr id="165" name="Text 228: Compare Athletes">
            <a:extLst xmlns:a="http://schemas.openxmlformats.org/drawingml/2006/main">
              <a:ext uri="{FF2B5EF4-FFF2-40B4-BE49-F238E27FC236}">
                <a16:creationId xmlns:a16="http://schemas.microsoft.com/office/drawing/2014/main" id="{516B2904-1211-49E8-A8EF-297C4471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53175"/>
            <a:ext cx="4010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Compare Athletes</a:t>
            </a:r>
          </a:p>
        </p:txBody>
      </p:sp>
      <p:sp>
        <p:nvSpPr>
          <p:cNvPr id="166" name="Text 229: Head-to-head radar comparison of any two athletes">
            <a:extLst xmlns:a="http://schemas.openxmlformats.org/drawingml/2006/main">
              <a:ext uri="{FF2B5EF4-FFF2-40B4-BE49-F238E27FC236}">
                <a16:creationId xmlns:a16="http://schemas.microsoft.com/office/drawing/2014/main" id="{80BEC60A-0812-48B5-A8C8-604C3597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91300"/>
            <a:ext cx="41814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Head-to-head radar comparison of any two athletes</a:t>
            </a:r>
          </a:p>
        </p:txBody>
      </p:sp>
      <p:sp>
        <p:nvSpPr>
          <p:cNvPr id="167" name="Panel 230">
            <a:extLst xmlns:a="http://schemas.openxmlformats.org/drawingml/2006/main">
              <a:ext uri="{FF2B5EF4-FFF2-40B4-BE49-F238E27FC236}">
                <a16:creationId xmlns:a16="http://schemas.microsoft.com/office/drawing/2014/main" id="{5EF7C7D8-4BA7-4A6A-ADD0-7BE3109D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819900"/>
            <a:ext cx="2143125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F2C43"/>
          </a:solidFill>
          <a:ln xmlns:a="http://schemas.openxmlformats.org/drawingml/2006/main" w="5715">
            <a:solidFill>
              <a:srgbClr val="27455B"/>
            </a:solidFill>
            <a:prstDash val="solid"/>
          </a:ln>
        </p:spPr>
      </p:sp>
      <p:sp>
        <p:nvSpPr>
          <p:cNvPr id="168" name="Panel 231">
            <a:extLst xmlns:a="http://schemas.openxmlformats.org/drawingml/2006/main">
              <a:ext uri="{FF2B5EF4-FFF2-40B4-BE49-F238E27FC236}">
                <a16:creationId xmlns:a16="http://schemas.microsoft.com/office/drawing/2014/main" id="{7CA9AE16-08AD-4B45-89B9-C964B1EB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75" y="6819900"/>
            <a:ext cx="2095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F2C43"/>
          </a:solidFill>
          <a:ln xmlns:a="http://schemas.openxmlformats.org/drawingml/2006/main" w="5715">
            <a:solidFill>
              <a:srgbClr val="27455B"/>
            </a:solidFill>
            <a:prstDash val="solid"/>
          </a:ln>
        </p:spPr>
      </p:sp>
      <p:sp>
        <p:nvSpPr>
          <p:cNvPr id="169" name="Text 232: Athlete A">
            <a:extLst xmlns:a="http://schemas.openxmlformats.org/drawingml/2006/main">
              <a:ext uri="{FF2B5EF4-FFF2-40B4-BE49-F238E27FC236}">
                <a16:creationId xmlns:a16="http://schemas.microsoft.com/office/drawing/2014/main" id="{F480A27D-5FA9-4E43-A680-0C415EFD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924675"/>
            <a:ext cx="2028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Athlete A</a:t>
            </a:r>
          </a:p>
        </p:txBody>
      </p:sp>
      <p:sp>
        <p:nvSpPr>
          <p:cNvPr id="170" name="Text 233: Athlete B">
            <a:extLst xmlns:a="http://schemas.openxmlformats.org/drawingml/2006/main">
              <a:ext uri="{FF2B5EF4-FFF2-40B4-BE49-F238E27FC236}">
                <a16:creationId xmlns:a16="http://schemas.microsoft.com/office/drawing/2014/main" id="{26746AFF-C216-415A-8539-525D967C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6924675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Athlete B</a:t>
            </a:r>
          </a:p>
        </p:txBody>
      </p:sp>
      <p:sp>
        <p:nvSpPr>
          <p:cNvPr id="171" name="Panel 234">
            <a:extLst xmlns:a="http://schemas.openxmlformats.org/drawingml/2006/main">
              <a:ext uri="{FF2B5EF4-FFF2-40B4-BE49-F238E27FC236}">
                <a16:creationId xmlns:a16="http://schemas.microsoft.com/office/drawing/2014/main" id="{7C180603-4E25-486A-A34D-D52FFEBA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7115175"/>
            <a:ext cx="2009775" cy="2381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C6D2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Panel 235">
            <a:extLst xmlns:a="http://schemas.openxmlformats.org/drawingml/2006/main">
              <a:ext uri="{FF2B5EF4-FFF2-40B4-BE49-F238E27FC236}">
                <a16:creationId xmlns:a16="http://schemas.microsoft.com/office/drawing/2014/main" id="{2F693085-5C50-451C-8346-7D5D1286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9775" y="7115175"/>
            <a:ext cx="1914525" cy="2381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C6D2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Text 236: Arjun Singh (Cricket)  ▾">
            <a:extLst xmlns:a="http://schemas.openxmlformats.org/drawingml/2006/main">
              <a:ext uri="{FF2B5EF4-FFF2-40B4-BE49-F238E27FC236}">
                <a16:creationId xmlns:a16="http://schemas.microsoft.com/office/drawing/2014/main" id="{7CFF0C46-0DFD-4118-97A8-0A9C47B2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7162800"/>
            <a:ext cx="1905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337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0">
                <a:solidFill>
                  <a:srgbClr val="172337"/>
                </a:solidFill>
                <a:latin typeface="Arial Narrow"/>
                <a:ea typeface="Arial Narrow"/>
                <a:cs typeface="Arial Narrow"/>
              </a:rPr>
              <a:t>Arjun Singh (Cricket)  ▾</a:t>
            </a:r>
          </a:p>
        </p:txBody>
      </p:sp>
      <p:sp>
        <p:nvSpPr>
          <p:cNvPr id="174" name="Text 237: Priya Sharma (Athletics)  ▾">
            <a:extLst xmlns:a="http://schemas.openxmlformats.org/drawingml/2006/main">
              <a:ext uri="{FF2B5EF4-FFF2-40B4-BE49-F238E27FC236}">
                <a16:creationId xmlns:a16="http://schemas.microsoft.com/office/drawing/2014/main" id="{74FF8D8E-28F8-4BBD-A19B-52F219E4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162800"/>
            <a:ext cx="18192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337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0">
                <a:solidFill>
                  <a:srgbClr val="172337"/>
                </a:solidFill>
                <a:latin typeface="Arial Narrow"/>
                <a:ea typeface="Arial Narrow"/>
                <a:cs typeface="Arial Narrow"/>
              </a:rPr>
              <a:t>Priya Sharma (Athletics)  ▾</a:t>
            </a:r>
          </a:p>
        </p:txBody>
      </p:sp>
      <p:pic>
        <p:nvPicPr>
          <p:cNvPr id="3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7f551dcbad4bc2"/>
          <a:stretch xmlns:a="http://schemas.openxmlformats.org/drawingml/2006/main"/>
        </p:blipFill>
        <p:spPr>
          <a:xfrm xmlns:a="http://schemas.openxmlformats.org/drawingml/2006/main">
            <a:off x="12715875" y="7505700"/>
            <a:ext cx="495300" cy="504825"/>
          </a:xfrm>
          <a:prstGeom xmlns:a="http://schemas.openxmlformats.org/drawingml/2006/main" prst="rect">
            <a:avLst/>
          </a:prstGeom>
        </p:spPr>
      </p:pic>
      <p:sp>
        <p:nvSpPr>
          <p:cNvPr id="176" name="Text 238: VS">
            <a:extLst xmlns:a="http://schemas.openxmlformats.org/drawingml/2006/main">
              <a:ext uri="{FF2B5EF4-FFF2-40B4-BE49-F238E27FC236}">
                <a16:creationId xmlns:a16="http://schemas.microsoft.com/office/drawing/2014/main" id="{00829838-F687-4716-9580-5031A019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7591425"/>
            <a:ext cx="771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6B9FA"/>
                </a:solidFill>
                <a:latin typeface="Arial Narrow"/>
                <a:ea typeface="Arial Narrow"/>
                <a:cs typeface="Arial Narrow"/>
              </a:defRPr>
            </a:pPr>
            <a:r>
              <a:rPr sz="2850" b="1">
                <a:solidFill>
                  <a:srgbClr val="06B9FA"/>
                </a:solidFill>
                <a:latin typeface="Arial Narrow"/>
                <a:ea typeface="Arial Narrow"/>
                <a:cs typeface="Arial Narrow"/>
              </a:rPr>
              <a:t>VS</a:t>
            </a:r>
          </a:p>
        </p:txBody>
      </p:sp>
      <p:sp>
        <p:nvSpPr>
          <p:cNvPr id="177" name="Footer 239">
            <a:extLst xmlns:a="http://schemas.openxmlformats.org/drawingml/2006/main">
              <a:ext uri="{FF2B5EF4-FFF2-40B4-BE49-F238E27FC236}">
                <a16:creationId xmlns:a16="http://schemas.microsoft.com/office/drawing/2014/main" id="{65D40C80-641E-4E80-876E-F774DF8C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296275"/>
            <a:ext cx="15516225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4288">
            <a:solidFill>
              <a:srgbClr val="20E7FA"/>
            </a:solidFill>
            <a:prstDash val="solid"/>
          </a:ln>
        </p:spPr>
      </p:sp>
      <p:pic>
        <p:nvPicPr>
          <p:cNvPr id="3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01b5131d32481b"/>
          <a:stretch xmlns:a="http://schemas.openxmlformats.org/drawingml/2006/main"/>
        </p:blipFill>
        <p:spPr>
          <a:xfrm xmlns:a="http://schemas.openxmlformats.org/drawingml/2006/main">
            <a:off x="409575" y="8355521"/>
            <a:ext cx="409575" cy="376809"/>
          </a:xfrm>
          <a:prstGeom xmlns:a="http://schemas.openxmlformats.org/drawingml/2006/main" prst="rect">
            <a:avLst/>
          </a:prstGeom>
        </p:spPr>
      </p:pic>
      <p:sp>
        <p:nvSpPr>
          <p:cNvPr id="179" name="Text 240: QUALITY FIRST">
            <a:extLst xmlns:a="http://schemas.openxmlformats.org/drawingml/2006/main">
              <a:ext uri="{FF2B5EF4-FFF2-40B4-BE49-F238E27FC236}">
                <a16:creationId xmlns:a16="http://schemas.microsoft.com/office/drawing/2014/main" id="{071A94C6-3B94-4DD3-8E0D-9E04AE72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8429625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QUALITY FIRST</a:t>
            </a:r>
          </a:p>
        </p:txBody>
      </p:sp>
      <p:sp>
        <p:nvSpPr>
          <p:cNvPr id="180" name="Divider 241">
            <a:extLst xmlns:a="http://schemas.openxmlformats.org/drawingml/2006/main">
              <a:ext uri="{FF2B5EF4-FFF2-40B4-BE49-F238E27FC236}">
                <a16:creationId xmlns:a16="http://schemas.microsoft.com/office/drawing/2014/main" id="{17DAFFBE-2436-4FB4-BE78-87EBA6FA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40105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0E7FA"/>
            </a:solidFill>
            <a:prstDash val="solid"/>
          </a:ln>
        </p:spPr>
      </p:sp>
      <p:sp>
        <p:nvSpPr>
          <p:cNvPr id="181" name="Text 242: Insufficient movement data prompts a retry.">
            <a:extLst xmlns:a="http://schemas.openxmlformats.org/drawingml/2006/main">
              <a:ext uri="{FF2B5EF4-FFF2-40B4-BE49-F238E27FC236}">
                <a16:creationId xmlns:a16="http://schemas.microsoft.com/office/drawing/2014/main" id="{00AFA4C9-D663-4B96-95FB-10311F9C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8467725"/>
            <a:ext cx="857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Insufficient movement data prompts a retry.</a:t>
            </a:r>
          </a:p>
        </p:txBody>
      </p:sp>
      <p:sp>
        <p:nvSpPr>
          <p:cNvPr id="182" name="Divider 243">
            <a:extLst xmlns:a="http://schemas.openxmlformats.org/drawingml/2006/main">
              <a:ext uri="{FF2B5EF4-FFF2-40B4-BE49-F238E27FC236}">
                <a16:creationId xmlns:a16="http://schemas.microsoft.com/office/drawing/2014/main" id="{9692822D-E11D-4109-B654-395E8293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840105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0E7FA"/>
            </a:solidFill>
            <a:prstDash val="solid"/>
          </a:ln>
        </p:spPr>
      </p:sp>
      <p:sp>
        <p:nvSpPr>
          <p:cNvPr id="183" name="Text 244: ↗">
            <a:extLst xmlns:a="http://schemas.openxmlformats.org/drawingml/2006/main">
              <a:ext uri="{FF2B5EF4-FFF2-40B4-BE49-F238E27FC236}">
                <a16:creationId xmlns:a16="http://schemas.microsoft.com/office/drawing/2014/main" id="{906D572F-3B54-4723-8F2A-C43D4A16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8391525"/>
            <a:ext cx="361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7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↗</a:t>
            </a:r>
          </a:p>
        </p:txBody>
      </p:sp>
      <p:sp>
        <p:nvSpPr>
          <p:cNvPr id="184" name="Text 245: athletixai.onrender.com">
            <a:extLst xmlns:a="http://schemas.openxmlformats.org/drawingml/2006/main">
              <a:ext uri="{FF2B5EF4-FFF2-40B4-BE49-F238E27FC236}">
                <a16:creationId xmlns:a16="http://schemas.microsoft.com/office/drawing/2014/main" id="{C2784C9C-CB9A-45EC-BC66-93F6FB81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8448675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1">
                <a:solidFill>
                  <a:srgbClr val="20E7FA"/>
                </a:solidFill>
                <a:latin typeface="Arial Narrow"/>
                <a:ea typeface="Arial Narrow"/>
                <a:cs typeface="Arial Narrow"/>
                <a:hlinkClick xmlns:r="http://schemas.openxmlformats.org/officeDocument/2006/relationships" r:id="Rea3c2196cfa7465d"/>
              </a:rPr>
              <a:t>athletixai.onrender.com</a:t>
            </a:r>
          </a:p>
        </p:txBody>
      </p:sp>
    </p:spTree>
    <p:extLst>
      <p:ext uri="{BB962C8B-B14F-4D97-AF65-F5344CB8AC3E}">
        <p14:creationId xmlns:p14="http://schemas.microsoft.com/office/powerpoint/2010/main" val="5389283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15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0e222ebf8348c9"/>
          <a:stretch xmlns:a="http://schemas.openxmlformats.org/drawingml/2006/main"/>
        </p:blipFill>
        <p:spPr>
          <a:xfrm xmlns:a="http://schemas.openxmlformats.org/drawingml/2006/main">
            <a:off x="0" y="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a1e4dbbddb4c9c"/>
          <a:stretch xmlns:a="http://schemas.openxmlformats.org/drawingml/2006/main"/>
        </p:blipFill>
        <p:spPr>
          <a:xfrm xmlns:a="http://schemas.openxmlformats.org/drawingml/2006/main">
            <a:off x="0" y="2952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591bc6eaeb4253"/>
          <a:stretch xmlns:a="http://schemas.openxmlformats.org/drawingml/2006/main"/>
        </p:blipFill>
        <p:spPr>
          <a:xfrm xmlns:a="http://schemas.openxmlformats.org/drawingml/2006/main">
            <a:off x="0" y="5905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749fc7f6a8491a"/>
          <a:stretch xmlns:a="http://schemas.openxmlformats.org/drawingml/2006/main"/>
        </p:blipFill>
        <p:spPr>
          <a:xfrm xmlns:a="http://schemas.openxmlformats.org/drawingml/2006/main">
            <a:off x="0" y="8858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d0749198504b6b"/>
          <a:stretch xmlns:a="http://schemas.openxmlformats.org/drawingml/2006/main"/>
        </p:blipFill>
        <p:spPr>
          <a:xfrm xmlns:a="http://schemas.openxmlformats.org/drawingml/2006/main">
            <a:off x="0" y="11811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0d64c494a742c4"/>
          <a:stretch xmlns:a="http://schemas.openxmlformats.org/drawingml/2006/main"/>
        </p:blipFill>
        <p:spPr>
          <a:xfrm xmlns:a="http://schemas.openxmlformats.org/drawingml/2006/main">
            <a:off x="0" y="14763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dfd5b4f2ca4c7c"/>
          <a:stretch xmlns:a="http://schemas.openxmlformats.org/drawingml/2006/main"/>
        </p:blipFill>
        <p:spPr>
          <a:xfrm xmlns:a="http://schemas.openxmlformats.org/drawingml/2006/main">
            <a:off x="0" y="17716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fe7c5045b140f4"/>
          <a:stretch xmlns:a="http://schemas.openxmlformats.org/drawingml/2006/main"/>
        </p:blipFill>
        <p:spPr>
          <a:xfrm xmlns:a="http://schemas.openxmlformats.org/drawingml/2006/main">
            <a:off x="0" y="20669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9eead3ba854750"/>
          <a:stretch xmlns:a="http://schemas.openxmlformats.org/drawingml/2006/main"/>
        </p:blipFill>
        <p:spPr>
          <a:xfrm xmlns:a="http://schemas.openxmlformats.org/drawingml/2006/main">
            <a:off x="0" y="23622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330ae5c80f42d8"/>
          <a:stretch xmlns:a="http://schemas.openxmlformats.org/drawingml/2006/main"/>
        </p:blipFill>
        <p:spPr>
          <a:xfrm xmlns:a="http://schemas.openxmlformats.org/drawingml/2006/main">
            <a:off x="0" y="26574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1d1b68c9e44bbb"/>
          <a:stretch xmlns:a="http://schemas.openxmlformats.org/drawingml/2006/main"/>
        </p:blipFill>
        <p:spPr>
          <a:xfrm xmlns:a="http://schemas.openxmlformats.org/drawingml/2006/main">
            <a:off x="0" y="29527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c6b431a5e14685"/>
          <a:stretch xmlns:a="http://schemas.openxmlformats.org/drawingml/2006/main"/>
        </p:blipFill>
        <p:spPr>
          <a:xfrm xmlns:a="http://schemas.openxmlformats.org/drawingml/2006/main">
            <a:off x="0" y="32480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be0734eaca4a75"/>
          <a:stretch xmlns:a="http://schemas.openxmlformats.org/drawingml/2006/main"/>
        </p:blipFill>
        <p:spPr>
          <a:xfrm xmlns:a="http://schemas.openxmlformats.org/drawingml/2006/main">
            <a:off x="0" y="35433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5b8f06f420426c"/>
          <a:stretch xmlns:a="http://schemas.openxmlformats.org/drawingml/2006/main"/>
        </p:blipFill>
        <p:spPr>
          <a:xfrm xmlns:a="http://schemas.openxmlformats.org/drawingml/2006/main">
            <a:off x="0" y="38385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ace51c9a74dfb"/>
          <a:stretch xmlns:a="http://schemas.openxmlformats.org/drawingml/2006/main"/>
        </p:blipFill>
        <p:spPr>
          <a:xfrm xmlns:a="http://schemas.openxmlformats.org/drawingml/2006/main">
            <a:off x="0" y="41338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f8bc278e73409f"/>
          <a:stretch xmlns:a="http://schemas.openxmlformats.org/drawingml/2006/main"/>
        </p:blipFill>
        <p:spPr>
          <a:xfrm xmlns:a="http://schemas.openxmlformats.org/drawingml/2006/main">
            <a:off x="0" y="44291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1f8413b29c4487"/>
          <a:stretch xmlns:a="http://schemas.openxmlformats.org/drawingml/2006/main"/>
        </p:blipFill>
        <p:spPr>
          <a:xfrm xmlns:a="http://schemas.openxmlformats.org/drawingml/2006/main">
            <a:off x="0" y="47244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ba17260b341bc"/>
          <a:stretch xmlns:a="http://schemas.openxmlformats.org/drawingml/2006/main"/>
        </p:blipFill>
        <p:spPr>
          <a:xfrm xmlns:a="http://schemas.openxmlformats.org/drawingml/2006/main">
            <a:off x="0" y="50196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0ba08eac4b44a3"/>
          <a:stretch xmlns:a="http://schemas.openxmlformats.org/drawingml/2006/main"/>
        </p:blipFill>
        <p:spPr>
          <a:xfrm xmlns:a="http://schemas.openxmlformats.org/drawingml/2006/main">
            <a:off x="0" y="53149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9cc91e3a774e96"/>
          <a:stretch xmlns:a="http://schemas.openxmlformats.org/drawingml/2006/main"/>
        </p:blipFill>
        <p:spPr>
          <a:xfrm xmlns:a="http://schemas.openxmlformats.org/drawingml/2006/main">
            <a:off x="0" y="56102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bdbc64892a4be0"/>
          <a:stretch xmlns:a="http://schemas.openxmlformats.org/drawingml/2006/main"/>
        </p:blipFill>
        <p:spPr>
          <a:xfrm xmlns:a="http://schemas.openxmlformats.org/drawingml/2006/main">
            <a:off x="0" y="59055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b16212ef6a42ee"/>
          <a:stretch xmlns:a="http://schemas.openxmlformats.org/drawingml/2006/main"/>
        </p:blipFill>
        <p:spPr>
          <a:xfrm xmlns:a="http://schemas.openxmlformats.org/drawingml/2006/main">
            <a:off x="0" y="62007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990c4f41d24f26"/>
          <a:stretch xmlns:a="http://schemas.openxmlformats.org/drawingml/2006/main"/>
        </p:blipFill>
        <p:spPr>
          <a:xfrm xmlns:a="http://schemas.openxmlformats.org/drawingml/2006/main">
            <a:off x="0" y="64960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6b23fb7445450d"/>
          <a:stretch xmlns:a="http://schemas.openxmlformats.org/drawingml/2006/main"/>
        </p:blipFill>
        <p:spPr>
          <a:xfrm xmlns:a="http://schemas.openxmlformats.org/drawingml/2006/main">
            <a:off x="0" y="67913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6e1ff94e5d48f0"/>
          <a:stretch xmlns:a="http://schemas.openxmlformats.org/drawingml/2006/main"/>
        </p:blipFill>
        <p:spPr>
          <a:xfrm xmlns:a="http://schemas.openxmlformats.org/drawingml/2006/main">
            <a:off x="0" y="70866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9c8310bb4948da"/>
          <a:stretch xmlns:a="http://schemas.openxmlformats.org/drawingml/2006/main"/>
        </p:blipFill>
        <p:spPr>
          <a:xfrm xmlns:a="http://schemas.openxmlformats.org/drawingml/2006/main">
            <a:off x="0" y="73818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e119c8f4224c73"/>
          <a:stretch xmlns:a="http://schemas.openxmlformats.org/drawingml/2006/main"/>
        </p:blipFill>
        <p:spPr>
          <a:xfrm xmlns:a="http://schemas.openxmlformats.org/drawingml/2006/main">
            <a:off x="0" y="76771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721f3d41b446ff"/>
          <a:stretch xmlns:a="http://schemas.openxmlformats.org/drawingml/2006/main"/>
        </p:blipFill>
        <p:spPr>
          <a:xfrm xmlns:a="http://schemas.openxmlformats.org/drawingml/2006/main">
            <a:off x="0" y="79724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a24e4b36664028"/>
          <a:stretch xmlns:a="http://schemas.openxmlformats.org/drawingml/2006/main"/>
        </p:blipFill>
        <p:spPr>
          <a:xfrm xmlns:a="http://schemas.openxmlformats.org/drawingml/2006/main">
            <a:off x="0" y="82677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77c78904e7496f"/>
          <a:stretch xmlns:a="http://schemas.openxmlformats.org/drawingml/2006/main"/>
        </p:blipFill>
        <p:spPr>
          <a:xfrm xmlns:a="http://schemas.openxmlformats.org/drawingml/2006/main">
            <a:off x="0" y="85629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067c5dc2da420d"/>
          <a:stretch xmlns:a="http://schemas.openxmlformats.org/drawingml/2006/main"/>
        </p:blipFill>
        <p:spPr>
          <a:xfrm xmlns:a="http://schemas.openxmlformats.org/drawingml/2006/main">
            <a:off x="5137355" y="8858250"/>
            <a:ext cx="5651090" cy="104775"/>
          </a:xfrm>
          <a:prstGeom xmlns:a="http://schemas.openxmlformats.org/drawingml/2006/main" prst="rect">
            <a:avLst/>
          </a:prstGeom>
        </p:spPr>
      </p:pic>
      <p:pic>
        <p:nvPicPr>
          <p:cNvPr id="1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f882c4281245b5"/>
          <a:stretch xmlns:a="http://schemas.openxmlformats.org/drawingml/2006/main"/>
        </p:blipFill>
        <p:spPr>
          <a:xfrm xmlns:a="http://schemas.openxmlformats.org/drawingml/2006/main">
            <a:off x="381000" y="247650"/>
            <a:ext cx="581025" cy="619125"/>
          </a:xfrm>
          <a:prstGeom xmlns:a="http://schemas.openxmlformats.org/drawingml/2006/main" prst="rect">
            <a:avLst/>
          </a:prstGeom>
        </p:spPr>
      </p:pic>
      <p:sp>
        <p:nvSpPr>
          <p:cNvPr id="33" name="Text 246: AthletixAI">
            <a:extLst xmlns:a="http://schemas.openxmlformats.org/drawingml/2006/main">
              <a:ext uri="{FF2B5EF4-FFF2-40B4-BE49-F238E27FC236}">
                <a16:creationId xmlns:a16="http://schemas.microsoft.com/office/drawing/2014/main" id="{5AA18EBC-342D-4FF2-AEB5-0631AB52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66700"/>
            <a:ext cx="23050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8FA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8FAFF"/>
                </a:solidFill>
                <a:latin typeface="Arial"/>
                <a:ea typeface="Arial"/>
                <a:cs typeface="Arial"/>
              </a:rPr>
              <a:t>Athletix</a:t>
            </a:r>
            <a:r>
              <a:rPr sz="3075" b="1">
                <a:solidFill>
                  <a:srgbClr val="20E7FA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34" name="Text 247: A I  S P O R T S  T A L E N T  P L A T F O R M">
            <a:extLst xmlns:a="http://schemas.openxmlformats.org/drawingml/2006/main">
              <a:ext uri="{FF2B5EF4-FFF2-40B4-BE49-F238E27FC236}">
                <a16:creationId xmlns:a16="http://schemas.microsoft.com/office/drawing/2014/main" id="{3ED12FEA-3B3A-4E46-82C4-283AEC9C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762000"/>
            <a:ext cx="2762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 I  S P O R T S  T A L E N T  P L A T F O R M</a:t>
            </a:r>
          </a:p>
        </p:txBody>
      </p:sp>
      <p:sp>
        <p:nvSpPr>
          <p:cNvPr id="35" name="Text 248: FEASIBILITY · VIABILITY · IMPACT &amp; BENEFITS">
            <a:extLst xmlns:a="http://schemas.openxmlformats.org/drawingml/2006/main">
              <a:ext uri="{FF2B5EF4-FFF2-40B4-BE49-F238E27FC236}">
                <a16:creationId xmlns:a16="http://schemas.microsoft.com/office/drawing/2014/main" id="{C2A66BF7-792D-4052-AD41-70B0C598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1925"/>
            <a:ext cx="11287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30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FEASIBILITY · VIABILITY · IMPACT &amp; BENEFITS</a:t>
            </a:r>
          </a:p>
        </p:txBody>
      </p:sp>
      <p:sp>
        <p:nvSpPr>
          <p:cNvPr id="36" name="Text 249: Prototype readiness, sustainability and expected benefits">
            <a:extLst xmlns:a="http://schemas.openxmlformats.org/drawingml/2006/main">
              <a:ext uri="{FF2B5EF4-FFF2-40B4-BE49-F238E27FC236}">
                <a16:creationId xmlns:a16="http://schemas.microsoft.com/office/drawing/2014/main" id="{572CF994-EBE5-4D2B-9B99-7CEC7DA9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695325"/>
            <a:ext cx="11287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Prototype readiness, sustainability and expected benefits</a:t>
            </a:r>
          </a:p>
        </p:txBody>
      </p:sp>
      <p:sp>
        <p:nvSpPr>
          <p:cNvPr id="37" name="Panel 250">
            <a:extLst xmlns:a="http://schemas.openxmlformats.org/drawingml/2006/main">
              <a:ext uri="{FF2B5EF4-FFF2-40B4-BE49-F238E27FC236}">
                <a16:creationId xmlns:a16="http://schemas.microsoft.com/office/drawing/2014/main" id="{E53D177E-E17A-4FE1-8F0F-CB16DFB6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123950"/>
            <a:ext cx="5114925" cy="7067550"/>
          </a:xfrm>
          <a:prstGeom xmlns:a="http://schemas.openxmlformats.org/drawingml/2006/main" prst="roundRect">
            <a:avLst>
              <a:gd name="adj" fmla="val 2980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38" name="Panel 251">
            <a:extLst xmlns:a="http://schemas.openxmlformats.org/drawingml/2006/main">
              <a:ext uri="{FF2B5EF4-FFF2-40B4-BE49-F238E27FC236}">
                <a16:creationId xmlns:a16="http://schemas.microsoft.com/office/drawing/2014/main" id="{942928B7-B31B-4819-9E83-019ACC84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123950"/>
            <a:ext cx="5114925" cy="7067550"/>
          </a:xfrm>
          <a:prstGeom xmlns:a="http://schemas.openxmlformats.org/drawingml/2006/main" prst="roundRect">
            <a:avLst>
              <a:gd name="adj" fmla="val 2980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39" name="Panel 252">
            <a:extLst xmlns:a="http://schemas.openxmlformats.org/drawingml/2006/main">
              <a:ext uri="{FF2B5EF4-FFF2-40B4-BE49-F238E27FC236}">
                <a16:creationId xmlns:a16="http://schemas.microsoft.com/office/drawing/2014/main" id="{14C7FD5D-8FF1-4B1C-A78E-0B3ACD18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123950"/>
            <a:ext cx="5086350" cy="7067550"/>
          </a:xfrm>
          <a:prstGeom xmlns:a="http://schemas.openxmlformats.org/drawingml/2006/main" prst="roundRect">
            <a:avLst>
              <a:gd name="adj" fmla="val 2996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50F4BC"/>
            </a:solidFill>
            <a:prstDash val="solid"/>
          </a:ln>
        </p:spPr>
      </p:sp>
      <p:sp>
        <p:nvSpPr>
          <p:cNvPr id="40" name="Section number 253">
            <a:extLst xmlns:a="http://schemas.openxmlformats.org/drawingml/2006/main">
              <a:ext uri="{FF2B5EF4-FFF2-40B4-BE49-F238E27FC236}">
                <a16:creationId xmlns:a16="http://schemas.microsoft.com/office/drawing/2014/main" id="{8F6070EC-9880-42C3-8529-4EACC660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285875"/>
            <a:ext cx="647700" cy="561975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20E7FA"/>
            </a:solidFill>
            <a:prstDash val="solid"/>
          </a:ln>
        </p:spPr>
      </p:sp>
      <p:sp>
        <p:nvSpPr>
          <p:cNvPr id="41" name="Text 254: 01">
            <a:extLst xmlns:a="http://schemas.openxmlformats.org/drawingml/2006/main">
              <a:ext uri="{FF2B5EF4-FFF2-40B4-BE49-F238E27FC236}">
                <a16:creationId xmlns:a16="http://schemas.microsoft.com/office/drawing/2014/main" id="{51D9F181-624D-4A67-9A64-78DA53E4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314450"/>
            <a:ext cx="647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32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01</a:t>
            </a:r>
          </a:p>
        </p:txBody>
      </p:sp>
      <p:sp>
        <p:nvSpPr>
          <p:cNvPr id="42" name="Section number 255">
            <a:extLst xmlns:a="http://schemas.openxmlformats.org/drawingml/2006/main">
              <a:ext uri="{FF2B5EF4-FFF2-40B4-BE49-F238E27FC236}">
                <a16:creationId xmlns:a16="http://schemas.microsoft.com/office/drawing/2014/main" id="{79AB0B54-0C39-4357-A8D0-4169087C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285875"/>
            <a:ext cx="647700" cy="561975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20E7FA"/>
            </a:solidFill>
            <a:prstDash val="solid"/>
          </a:ln>
        </p:spPr>
      </p:sp>
      <p:sp>
        <p:nvSpPr>
          <p:cNvPr id="43" name="Text 256: 02">
            <a:extLst xmlns:a="http://schemas.openxmlformats.org/drawingml/2006/main">
              <a:ext uri="{FF2B5EF4-FFF2-40B4-BE49-F238E27FC236}">
                <a16:creationId xmlns:a16="http://schemas.microsoft.com/office/drawing/2014/main" id="{80924A86-75B7-4609-A546-25D0A81B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314450"/>
            <a:ext cx="647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32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02</a:t>
            </a:r>
          </a:p>
        </p:txBody>
      </p:sp>
      <p:sp>
        <p:nvSpPr>
          <p:cNvPr id="44" name="Section number 257">
            <a:extLst xmlns:a="http://schemas.openxmlformats.org/drawingml/2006/main">
              <a:ext uri="{FF2B5EF4-FFF2-40B4-BE49-F238E27FC236}">
                <a16:creationId xmlns:a16="http://schemas.microsoft.com/office/drawing/2014/main" id="{22B03D47-C133-4195-9C65-624E2FF4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1285875"/>
            <a:ext cx="647700" cy="561975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50F4BC"/>
            </a:solidFill>
            <a:prstDash val="solid"/>
          </a:ln>
        </p:spPr>
      </p:sp>
      <p:sp>
        <p:nvSpPr>
          <p:cNvPr id="45" name="Text 258: 03">
            <a:extLst xmlns:a="http://schemas.openxmlformats.org/drawingml/2006/main">
              <a:ext uri="{FF2B5EF4-FFF2-40B4-BE49-F238E27FC236}">
                <a16:creationId xmlns:a16="http://schemas.microsoft.com/office/drawing/2014/main" id="{899BAF0B-97E2-45C1-B4F8-AD289443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1314450"/>
            <a:ext cx="647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50F4BC"/>
                </a:solidFill>
                <a:latin typeface="Arial Narrow"/>
                <a:ea typeface="Arial Narrow"/>
                <a:cs typeface="Arial Narrow"/>
              </a:defRPr>
            </a:pPr>
            <a:r>
              <a:rPr sz="3225" b="1">
                <a:solidFill>
                  <a:srgbClr val="50F4BC"/>
                </a:solidFill>
                <a:latin typeface="Arial Narrow"/>
                <a:ea typeface="Arial Narrow"/>
                <a:cs typeface="Arial Narrow"/>
              </a:rPr>
              <a:t>03</a:t>
            </a:r>
          </a:p>
        </p:txBody>
      </p:sp>
      <p:sp>
        <p:nvSpPr>
          <p:cNvPr id="46" name="Text 259: FEASIBILITY">
            <a:extLst xmlns:a="http://schemas.openxmlformats.org/drawingml/2006/main">
              <a:ext uri="{FF2B5EF4-FFF2-40B4-BE49-F238E27FC236}">
                <a16:creationId xmlns:a16="http://schemas.microsoft.com/office/drawing/2014/main" id="{56B1FD39-A212-4009-8B1B-2B1E026B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333500"/>
            <a:ext cx="3705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7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FEASIBILITY</a:t>
            </a:r>
          </a:p>
        </p:txBody>
      </p:sp>
      <p:sp>
        <p:nvSpPr>
          <p:cNvPr id="47" name="Text 260: Working browser prototype">
            <a:extLst xmlns:a="http://schemas.openxmlformats.org/drawingml/2006/main">
              <a:ext uri="{FF2B5EF4-FFF2-40B4-BE49-F238E27FC236}">
                <a16:creationId xmlns:a16="http://schemas.microsoft.com/office/drawing/2014/main" id="{B5A9E1E9-100D-4742-ADC5-0E895216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52600"/>
            <a:ext cx="369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Working browser prototype</a:t>
            </a:r>
          </a:p>
        </p:txBody>
      </p:sp>
      <p:sp>
        <p:nvSpPr>
          <p:cNvPr id="48" name="Text 261: VIABILITY">
            <a:extLst xmlns:a="http://schemas.openxmlformats.org/drawingml/2006/main">
              <a:ext uri="{FF2B5EF4-FFF2-40B4-BE49-F238E27FC236}">
                <a16:creationId xmlns:a16="http://schemas.microsoft.com/office/drawing/2014/main" id="{5C3F65A8-21BA-4E8C-9845-3311600D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333500"/>
            <a:ext cx="37433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7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VIABILITY</a:t>
            </a:r>
          </a:p>
        </p:txBody>
      </p:sp>
      <p:sp>
        <p:nvSpPr>
          <p:cNvPr id="49" name="Text 262: Proposed sustainability model">
            <a:extLst xmlns:a="http://schemas.openxmlformats.org/drawingml/2006/main">
              <a:ext uri="{FF2B5EF4-FFF2-40B4-BE49-F238E27FC236}">
                <a16:creationId xmlns:a16="http://schemas.microsoft.com/office/drawing/2014/main" id="{3CC4CA17-ED89-4D69-AE17-303BFC32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752600"/>
            <a:ext cx="3743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Proposed sustainability model</a:t>
            </a:r>
          </a:p>
        </p:txBody>
      </p:sp>
      <p:sp>
        <p:nvSpPr>
          <p:cNvPr id="50" name="Text 263: IMPACT &amp; BENEFITS">
            <a:extLst xmlns:a="http://schemas.openxmlformats.org/drawingml/2006/main">
              <a:ext uri="{FF2B5EF4-FFF2-40B4-BE49-F238E27FC236}">
                <a16:creationId xmlns:a16="http://schemas.microsoft.com/office/drawing/2014/main" id="{BA043038-5060-461E-B893-D7305BB1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1333500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7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IMPACT &amp; BENEFITS</a:t>
            </a:r>
          </a:p>
        </p:txBody>
      </p:sp>
      <p:sp>
        <p:nvSpPr>
          <p:cNvPr id="51" name="Text 264: Expected outcomes to test in pilots">
            <a:extLst xmlns:a="http://schemas.openxmlformats.org/drawingml/2006/main">
              <a:ext uri="{FF2B5EF4-FFF2-40B4-BE49-F238E27FC236}">
                <a16:creationId xmlns:a16="http://schemas.microsoft.com/office/drawing/2014/main" id="{8C5D5C52-5B9B-4218-B348-42CC441F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1752600"/>
            <a:ext cx="3752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Expected outcomes to test in pilots</a:t>
            </a:r>
          </a:p>
        </p:txBody>
      </p:sp>
      <p:pic>
        <p:nvPicPr>
          <p:cNvPr id="1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ff786ee35449b5"/>
          <a:stretch xmlns:a="http://schemas.openxmlformats.org/drawingml/2006/main"/>
        </p:blipFill>
        <p:spPr>
          <a:xfrm xmlns:a="http://schemas.openxmlformats.org/drawingml/2006/main">
            <a:off x="1504950" y="2076450"/>
            <a:ext cx="2790825" cy="2105025"/>
          </a:xfrm>
          <a:prstGeom xmlns:a="http://schemas.openxmlformats.org/drawingml/2006/main" prst="rect">
            <a:avLst/>
          </a:prstGeom>
        </p:spPr>
      </p:pic>
      <p:pic>
        <p:nvPicPr>
          <p:cNvPr id="1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52e1d11cf46cc"/>
          <a:stretch xmlns:a="http://schemas.openxmlformats.org/drawingml/2006/main"/>
        </p:blipFill>
        <p:spPr>
          <a:xfrm xmlns:a="http://schemas.openxmlformats.org/drawingml/2006/main">
            <a:off x="5810250" y="2076450"/>
            <a:ext cx="4381500" cy="2095500"/>
          </a:xfrm>
          <a:prstGeom xmlns:a="http://schemas.openxmlformats.org/drawingml/2006/main" prst="rect">
            <a:avLst/>
          </a:prstGeom>
        </p:spPr>
      </p:pic>
      <p:pic>
        <p:nvPicPr>
          <p:cNvPr id="1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05d2ad732946ba"/>
          <a:stretch xmlns:a="http://schemas.openxmlformats.org/drawingml/2006/main"/>
        </p:blipFill>
        <p:spPr>
          <a:xfrm xmlns:a="http://schemas.openxmlformats.org/drawingml/2006/main">
            <a:off x="10829925" y="2095500"/>
            <a:ext cx="4743450" cy="2095500"/>
          </a:xfrm>
          <a:prstGeom xmlns:a="http://schemas.openxmlformats.org/drawingml/2006/main" prst="rect">
            <a:avLst/>
          </a:prstGeom>
        </p:spPr>
      </p:pic>
      <p:sp>
        <p:nvSpPr>
          <p:cNvPr id="55" name="Divider 265">
            <a:extLst xmlns:a="http://schemas.openxmlformats.org/drawingml/2006/main">
              <a:ext uri="{FF2B5EF4-FFF2-40B4-BE49-F238E27FC236}">
                <a16:creationId xmlns:a16="http://schemas.microsoft.com/office/drawing/2014/main" id="{79931676-2724-43E6-A36B-F59181E2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0525"/>
            <a:ext cx="461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6282"/>
            </a:solidFill>
            <a:prstDash val="solid"/>
          </a:ln>
        </p:spPr>
      </p:sp>
      <p:sp>
        <p:nvSpPr>
          <p:cNvPr id="56" name="Divider 266">
            <a:extLst xmlns:a="http://schemas.openxmlformats.org/drawingml/2006/main">
              <a:ext uri="{FF2B5EF4-FFF2-40B4-BE49-F238E27FC236}">
                <a16:creationId xmlns:a16="http://schemas.microsoft.com/office/drawing/2014/main" id="{CBF79C1A-69DF-4F5C-A4AC-9DDF21E5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200525"/>
            <a:ext cx="4600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6282"/>
            </a:solidFill>
            <a:prstDash val="solid"/>
          </a:ln>
        </p:spPr>
      </p:sp>
      <p:sp>
        <p:nvSpPr>
          <p:cNvPr id="57" name="Divider 267">
            <a:extLst xmlns:a="http://schemas.openxmlformats.org/drawingml/2006/main">
              <a:ext uri="{FF2B5EF4-FFF2-40B4-BE49-F238E27FC236}">
                <a16:creationId xmlns:a16="http://schemas.microsoft.com/office/drawing/2014/main" id="{5DB84FC5-559C-4A45-BDFC-5617108A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200525"/>
            <a:ext cx="4752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6282"/>
            </a:solidFill>
            <a:prstDash val="solid"/>
          </a:ln>
        </p:spPr>
      </p:sp>
      <p:pic>
        <p:nvPicPr>
          <p:cNvPr id="1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a39e5bf7ef4543"/>
          <a:stretch xmlns:a="http://schemas.openxmlformats.org/drawingml/2006/main"/>
        </p:blipFill>
        <p:spPr>
          <a:xfrm xmlns:a="http://schemas.openxmlformats.org/drawingml/2006/main">
            <a:off x="523875" y="4371975"/>
            <a:ext cx="1181100" cy="866775"/>
          </a:xfrm>
          <a:prstGeom xmlns:a="http://schemas.openxmlformats.org/drawingml/2006/main" prst="rect">
            <a:avLst/>
          </a:prstGeom>
        </p:spPr>
      </p:pic>
      <p:sp>
        <p:nvSpPr>
          <p:cNvPr id="59" name="Text 268: PHONE CAMERA INPUT">
            <a:extLst xmlns:a="http://schemas.openxmlformats.org/drawingml/2006/main">
              <a:ext uri="{FF2B5EF4-FFF2-40B4-BE49-F238E27FC236}">
                <a16:creationId xmlns:a16="http://schemas.microsoft.com/office/drawing/2014/main" id="{8A4A7CA9-C929-48A8-A27D-2C8809EE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419600"/>
            <a:ext cx="3171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PHONE CAMERA INPUT</a:t>
            </a:r>
          </a:p>
        </p:txBody>
      </p:sp>
      <p:sp>
        <p:nvSpPr>
          <p:cNvPr id="60" name="Text 269: Practice clips or live camera, without specialist wearables">
            <a:extLst xmlns:a="http://schemas.openxmlformats.org/drawingml/2006/main">
              <a:ext uri="{FF2B5EF4-FFF2-40B4-BE49-F238E27FC236}">
                <a16:creationId xmlns:a16="http://schemas.microsoft.com/office/drawing/2014/main" id="{504166DC-C901-4608-9FFD-F8D571EA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762500"/>
            <a:ext cx="3171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Practice clips or live camera,</a:t>
            </a:r>
          </a:p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without specialist wearables</a:t>
            </a:r>
          </a:p>
        </p:txBody>
      </p:sp>
      <p:sp>
        <p:nvSpPr>
          <p:cNvPr id="61" name="Divider 270">
            <a:extLst xmlns:a="http://schemas.openxmlformats.org/drawingml/2006/main">
              <a:ext uri="{FF2B5EF4-FFF2-40B4-BE49-F238E27FC236}">
                <a16:creationId xmlns:a16="http://schemas.microsoft.com/office/drawing/2014/main" id="{63AC4882-F064-43DD-81B5-B2895ABF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295900"/>
            <a:ext cx="4600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6282"/>
            </a:solidFill>
            <a:prstDash val="solid"/>
          </a:ln>
        </p:spPr>
      </p:sp>
      <p:pic>
        <p:nvPicPr>
          <p:cNvPr id="1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85a9bd469c4952"/>
          <a:stretch xmlns:a="http://schemas.openxmlformats.org/drawingml/2006/main"/>
        </p:blipFill>
        <p:spPr>
          <a:xfrm xmlns:a="http://schemas.openxmlformats.org/drawingml/2006/main">
            <a:off x="495300" y="5438775"/>
            <a:ext cx="1162050" cy="866775"/>
          </a:xfrm>
          <a:prstGeom xmlns:a="http://schemas.openxmlformats.org/drawingml/2006/main" prst="rect">
            <a:avLst/>
          </a:prstGeom>
        </p:spPr>
      </p:pic>
      <p:sp>
        <p:nvSpPr>
          <p:cNvPr id="63" name="Text 271: LOCAL ANALYSIS">
            <a:extLst xmlns:a="http://schemas.openxmlformats.org/drawingml/2006/main">
              <a:ext uri="{FF2B5EF4-FFF2-40B4-BE49-F238E27FC236}">
                <a16:creationId xmlns:a16="http://schemas.microsoft.com/office/drawing/2014/main" id="{BBAD0354-695D-41B7-98E2-FC82D185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505450"/>
            <a:ext cx="3171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LOCAL ANALYSIS</a:t>
            </a:r>
          </a:p>
        </p:txBody>
      </p:sp>
      <p:sp>
        <p:nvSpPr>
          <p:cNvPr id="64" name="Text 272: MediaPipe pose detection and rule-based scoring in the browser">
            <a:extLst xmlns:a="http://schemas.openxmlformats.org/drawingml/2006/main">
              <a:ext uri="{FF2B5EF4-FFF2-40B4-BE49-F238E27FC236}">
                <a16:creationId xmlns:a16="http://schemas.microsoft.com/office/drawing/2014/main" id="{2AC2CE6B-EA73-4F63-B5B9-1D44EE6D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848350"/>
            <a:ext cx="3171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MediaPipe pose detection and</a:t>
            </a:r>
          </a:p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rule-based scoring in the browser</a:t>
            </a:r>
          </a:p>
        </p:txBody>
      </p:sp>
      <p:sp>
        <p:nvSpPr>
          <p:cNvPr id="65" name="Divider 273">
            <a:extLst xmlns:a="http://schemas.openxmlformats.org/drawingml/2006/main">
              <a:ext uri="{FF2B5EF4-FFF2-40B4-BE49-F238E27FC236}">
                <a16:creationId xmlns:a16="http://schemas.microsoft.com/office/drawing/2014/main" id="{0329D54C-B936-4C40-8C5C-751D1178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6381750"/>
            <a:ext cx="4600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6282"/>
            </a:solidFill>
            <a:prstDash val="solid"/>
          </a:ln>
        </p:spPr>
      </p:sp>
      <p:pic>
        <p:nvPicPr>
          <p:cNvPr id="1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ea9ddf017344a2"/>
          <a:stretch xmlns:a="http://schemas.openxmlformats.org/drawingml/2006/main"/>
        </p:blipFill>
        <p:spPr>
          <a:xfrm xmlns:a="http://schemas.openxmlformats.org/drawingml/2006/main">
            <a:off x="742950" y="6524625"/>
            <a:ext cx="838200" cy="781050"/>
          </a:xfrm>
          <a:prstGeom xmlns:a="http://schemas.openxmlformats.org/drawingml/2006/main" prst="rect">
            <a:avLst/>
          </a:prstGeom>
        </p:spPr>
      </p:pic>
      <p:sp>
        <p:nvSpPr>
          <p:cNvPr id="67" name="Text 274: QUALITY CHECKS">
            <a:extLst xmlns:a="http://schemas.openxmlformats.org/drawingml/2006/main">
              <a:ext uri="{FF2B5EF4-FFF2-40B4-BE49-F238E27FC236}">
                <a16:creationId xmlns:a16="http://schemas.microsoft.com/office/drawing/2014/main" id="{9F2F579C-4517-43E8-A52B-AE74644A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600825"/>
            <a:ext cx="3171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QUALITY CHECKS</a:t>
            </a:r>
          </a:p>
        </p:txBody>
      </p:sp>
      <p:sp>
        <p:nvSpPr>
          <p:cNvPr id="68" name="Text 275: Insufficient visibility or movement prompts a retry">
            <a:extLst xmlns:a="http://schemas.openxmlformats.org/drawingml/2006/main">
              <a:ext uri="{FF2B5EF4-FFF2-40B4-BE49-F238E27FC236}">
                <a16:creationId xmlns:a16="http://schemas.microsoft.com/office/drawing/2014/main" id="{1ED2028E-220D-49DA-9C9B-12265DA0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943725"/>
            <a:ext cx="3171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Insufficient visibility or movement</a:t>
            </a:r>
          </a:p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prompts a retry</a:t>
            </a:r>
          </a:p>
        </p:txBody>
      </p:sp>
      <p:pic>
        <p:nvPicPr>
          <p:cNvPr id="1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99db5232b2452d"/>
          <a:stretch xmlns:a="http://schemas.openxmlformats.org/drawingml/2006/main"/>
        </p:blipFill>
        <p:spPr>
          <a:xfrm xmlns:a="http://schemas.openxmlformats.org/drawingml/2006/main">
            <a:off x="5715000" y="4219575"/>
            <a:ext cx="1181100" cy="1085850"/>
          </a:xfrm>
          <a:prstGeom xmlns:a="http://schemas.openxmlformats.org/drawingml/2006/main" prst="rect">
            <a:avLst/>
          </a:prstGeom>
        </p:spPr>
      </p:pic>
      <p:sp>
        <p:nvSpPr>
          <p:cNvPr id="70" name="Text 276: FREE ATHLETE ACCESS">
            <a:extLst xmlns:a="http://schemas.openxmlformats.org/drawingml/2006/main">
              <a:ext uri="{FF2B5EF4-FFF2-40B4-BE49-F238E27FC236}">
                <a16:creationId xmlns:a16="http://schemas.microsoft.com/office/drawing/2014/main" id="{82FEA7E9-4746-4F3E-99C8-7F19EFE5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419600"/>
            <a:ext cx="31146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FREE ATHLETE ACCESS</a:t>
            </a:r>
          </a:p>
        </p:txBody>
      </p:sp>
      <p:sp>
        <p:nvSpPr>
          <p:cNvPr id="71" name="Text 277: Keep the core athlete experience free">
            <a:extLst xmlns:a="http://schemas.openxmlformats.org/drawingml/2006/main">
              <a:ext uri="{FF2B5EF4-FFF2-40B4-BE49-F238E27FC236}">
                <a16:creationId xmlns:a16="http://schemas.microsoft.com/office/drawing/2014/main" id="{DF09FB52-9A62-45C4-AC9E-34D9F59E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762500"/>
            <a:ext cx="31146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Keep the core athlete</a:t>
            </a:r>
          </a:p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experience free</a:t>
            </a:r>
          </a:p>
        </p:txBody>
      </p:sp>
      <p:sp>
        <p:nvSpPr>
          <p:cNvPr id="72" name="Divider 278">
            <a:extLst xmlns:a="http://schemas.openxmlformats.org/drawingml/2006/main">
              <a:ext uri="{FF2B5EF4-FFF2-40B4-BE49-F238E27FC236}">
                <a16:creationId xmlns:a16="http://schemas.microsoft.com/office/drawing/2014/main" id="{F02B1AAF-668E-4D09-BAA1-AB5527AA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305425"/>
            <a:ext cx="461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6282"/>
            </a:solidFill>
            <a:prstDash val="solid"/>
          </a:ln>
        </p:spPr>
      </p:sp>
      <p:pic>
        <p:nvPicPr>
          <p:cNvPr id="1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4cf7b330934cfd"/>
          <a:stretch xmlns:a="http://schemas.openxmlformats.org/drawingml/2006/main"/>
        </p:blipFill>
        <p:spPr>
          <a:xfrm xmlns:a="http://schemas.openxmlformats.org/drawingml/2006/main">
            <a:off x="5657850" y="5410200"/>
            <a:ext cx="1400175" cy="942975"/>
          </a:xfrm>
          <a:prstGeom xmlns:a="http://schemas.openxmlformats.org/drawingml/2006/main" prst="rect">
            <a:avLst/>
          </a:prstGeom>
        </p:spPr>
      </p:pic>
      <p:sp>
        <p:nvSpPr>
          <p:cNvPr id="74" name="Text 279: INSTITUTIONAL REVENUE">
            <a:extLst xmlns:a="http://schemas.openxmlformats.org/drawingml/2006/main">
              <a:ext uri="{FF2B5EF4-FFF2-40B4-BE49-F238E27FC236}">
                <a16:creationId xmlns:a16="http://schemas.microsoft.com/office/drawing/2014/main" id="{132C905F-1362-454E-BBE3-FA218145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5505450"/>
            <a:ext cx="31146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INSTITUTIONAL REVENUE</a:t>
            </a:r>
          </a:p>
        </p:txBody>
      </p:sp>
      <p:sp>
        <p:nvSpPr>
          <p:cNvPr id="75" name="Text 280: Proposed academy subscriptions and coach workspace plans">
            <a:extLst xmlns:a="http://schemas.openxmlformats.org/drawingml/2006/main">
              <a:ext uri="{FF2B5EF4-FFF2-40B4-BE49-F238E27FC236}">
                <a16:creationId xmlns:a16="http://schemas.microsoft.com/office/drawing/2014/main" id="{1E2CED9E-11E8-4D60-A780-9B26687A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5848350"/>
            <a:ext cx="31146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Proposed academy subscriptions</a:t>
            </a:r>
          </a:p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and coach workspace plans</a:t>
            </a:r>
          </a:p>
        </p:txBody>
      </p:sp>
      <p:sp>
        <p:nvSpPr>
          <p:cNvPr id="76" name="Divider 281">
            <a:extLst xmlns:a="http://schemas.openxmlformats.org/drawingml/2006/main">
              <a:ext uri="{FF2B5EF4-FFF2-40B4-BE49-F238E27FC236}">
                <a16:creationId xmlns:a16="http://schemas.microsoft.com/office/drawing/2014/main" id="{B30CAE13-8EB3-47E1-92E5-EB28E47E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6391275"/>
            <a:ext cx="461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6282"/>
            </a:solidFill>
            <a:prstDash val="solid"/>
          </a:ln>
        </p:spPr>
      </p:sp>
      <p:pic>
        <p:nvPicPr>
          <p:cNvPr id="1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b89f5faba642bb"/>
          <a:stretch xmlns:a="http://schemas.openxmlformats.org/drawingml/2006/main"/>
        </p:blipFill>
        <p:spPr>
          <a:xfrm xmlns:a="http://schemas.openxmlformats.org/drawingml/2006/main">
            <a:off x="5934075" y="6496050"/>
            <a:ext cx="1085850" cy="933450"/>
          </a:xfrm>
          <a:prstGeom xmlns:a="http://schemas.openxmlformats.org/drawingml/2006/main" prst="rect">
            <a:avLst/>
          </a:prstGeom>
        </p:spPr>
      </p:pic>
      <p:sp>
        <p:nvSpPr>
          <p:cNvPr id="78" name="Text 282: PILOT-FIRST ROLLOUT">
            <a:extLst xmlns:a="http://schemas.openxmlformats.org/drawingml/2006/main">
              <a:ext uri="{FF2B5EF4-FFF2-40B4-BE49-F238E27FC236}">
                <a16:creationId xmlns:a16="http://schemas.microsoft.com/office/drawing/2014/main" id="{2FC8B909-473D-454E-9076-2EAC28B6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6600825"/>
            <a:ext cx="31146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PILOT-FIRST ROLLOUT</a:t>
            </a:r>
          </a:p>
        </p:txBody>
      </p:sp>
      <p:sp>
        <p:nvSpPr>
          <p:cNvPr id="79" name="Text 283: Test willingness to pay and retention with local academies">
            <a:extLst xmlns:a="http://schemas.openxmlformats.org/drawingml/2006/main">
              <a:ext uri="{FF2B5EF4-FFF2-40B4-BE49-F238E27FC236}">
                <a16:creationId xmlns:a16="http://schemas.microsoft.com/office/drawing/2014/main" id="{AACD9A30-ACC7-4952-83AC-0D8DD3DE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6943725"/>
            <a:ext cx="31146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Test willingness to pay and</a:t>
            </a:r>
          </a:p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retention with local academies</a:t>
            </a:r>
          </a:p>
        </p:txBody>
      </p:sp>
      <p:pic>
        <p:nvPicPr>
          <p:cNvPr id="1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5df6268e7845b7"/>
          <a:stretch xmlns:a="http://schemas.openxmlformats.org/drawingml/2006/main"/>
        </p:blipFill>
        <p:spPr>
          <a:xfrm xmlns:a="http://schemas.openxmlformats.org/drawingml/2006/main">
            <a:off x="11115675" y="4267200"/>
            <a:ext cx="942975" cy="914400"/>
          </a:xfrm>
          <a:prstGeom xmlns:a="http://schemas.openxmlformats.org/drawingml/2006/main" prst="rect">
            <a:avLst/>
          </a:prstGeom>
        </p:spPr>
      </p:pic>
      <p:sp>
        <p:nvSpPr>
          <p:cNvPr id="81" name="Text 284: ATHLETE PROGRESS">
            <a:extLst xmlns:a="http://schemas.openxmlformats.org/drawingml/2006/main">
              <a:ext uri="{FF2B5EF4-FFF2-40B4-BE49-F238E27FC236}">
                <a16:creationId xmlns:a16="http://schemas.microsoft.com/office/drawing/2014/main" id="{685B9668-21D2-47E0-8800-33608934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9175" y="4419600"/>
            <a:ext cx="3124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ATHLETE PROGRESS</a:t>
            </a:r>
          </a:p>
        </p:txBody>
      </p:sp>
      <p:sp>
        <p:nvSpPr>
          <p:cNvPr id="82" name="Text 285: Session history and reports support training reviews">
            <a:extLst xmlns:a="http://schemas.openxmlformats.org/drawingml/2006/main">
              <a:ext uri="{FF2B5EF4-FFF2-40B4-BE49-F238E27FC236}">
                <a16:creationId xmlns:a16="http://schemas.microsoft.com/office/drawing/2014/main" id="{4C277340-0524-4858-9C40-CD69532A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9175" y="4762500"/>
            <a:ext cx="31242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Session history and reports</a:t>
            </a:r>
          </a:p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support training reviews</a:t>
            </a:r>
          </a:p>
        </p:txBody>
      </p:sp>
      <p:sp>
        <p:nvSpPr>
          <p:cNvPr id="83" name="Divider 286">
            <a:extLst xmlns:a="http://schemas.openxmlformats.org/drawingml/2006/main">
              <a:ext uri="{FF2B5EF4-FFF2-40B4-BE49-F238E27FC236}">
                <a16:creationId xmlns:a16="http://schemas.microsoft.com/office/drawing/2014/main" id="{1AC6004B-F72B-43BD-BABB-711DA8F3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5305425"/>
            <a:ext cx="472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6282"/>
            </a:solidFill>
            <a:prstDash val="solid"/>
          </a:ln>
        </p:spPr>
      </p:sp>
      <p:pic>
        <p:nvPicPr>
          <p:cNvPr id="1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b89884f3e84c42"/>
          <a:stretch xmlns:a="http://schemas.openxmlformats.org/drawingml/2006/main"/>
        </p:blipFill>
        <p:spPr>
          <a:xfrm xmlns:a="http://schemas.openxmlformats.org/drawingml/2006/main">
            <a:off x="11125200" y="5391150"/>
            <a:ext cx="1057275" cy="962025"/>
          </a:xfrm>
          <a:prstGeom xmlns:a="http://schemas.openxmlformats.org/drawingml/2006/main" prst="rect">
            <a:avLst/>
          </a:prstGeom>
        </p:spPr>
      </p:pic>
      <p:sp>
        <p:nvSpPr>
          <p:cNvPr id="85" name="Text 287: COACH DECISIONS">
            <a:extLst xmlns:a="http://schemas.openxmlformats.org/drawingml/2006/main">
              <a:ext uri="{FF2B5EF4-FFF2-40B4-BE49-F238E27FC236}">
                <a16:creationId xmlns:a16="http://schemas.microsoft.com/office/drawing/2014/main" id="{76260EBD-6D26-4B1A-A54E-EFD53CFF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9175" y="5505450"/>
            <a:ext cx="3124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COACH DECISIONS</a:t>
            </a:r>
          </a:p>
        </p:txBody>
      </p:sp>
      <p:sp>
        <p:nvSpPr>
          <p:cNvPr id="86" name="Text 288: Search profiles and compare two athletes in one place">
            <a:extLst xmlns:a="http://schemas.openxmlformats.org/drawingml/2006/main">
              <a:ext uri="{FF2B5EF4-FFF2-40B4-BE49-F238E27FC236}">
                <a16:creationId xmlns:a16="http://schemas.microsoft.com/office/drawing/2014/main" id="{46CF0284-F472-49F3-8503-95796E33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9175" y="5848350"/>
            <a:ext cx="31242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Search profiles and compare</a:t>
            </a:r>
          </a:p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two athletes in one place</a:t>
            </a:r>
          </a:p>
        </p:txBody>
      </p:sp>
      <p:sp>
        <p:nvSpPr>
          <p:cNvPr id="87" name="Divider 289">
            <a:extLst xmlns:a="http://schemas.openxmlformats.org/drawingml/2006/main">
              <a:ext uri="{FF2B5EF4-FFF2-40B4-BE49-F238E27FC236}">
                <a16:creationId xmlns:a16="http://schemas.microsoft.com/office/drawing/2014/main" id="{FFD2873F-8AA4-434B-BFE7-0CCD2016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6391275"/>
            <a:ext cx="472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6282"/>
            </a:solidFill>
            <a:prstDash val="solid"/>
          </a:ln>
        </p:spPr>
      </p:sp>
      <p:pic>
        <p:nvPicPr>
          <p:cNvPr id="1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85838a92e44963"/>
          <a:stretch xmlns:a="http://schemas.openxmlformats.org/drawingml/2006/main"/>
        </p:blipFill>
        <p:spPr>
          <a:xfrm xmlns:a="http://schemas.openxmlformats.org/drawingml/2006/main">
            <a:off x="11049000" y="6496050"/>
            <a:ext cx="1057275" cy="1009650"/>
          </a:xfrm>
          <a:prstGeom xmlns:a="http://schemas.openxmlformats.org/drawingml/2006/main" prst="rect">
            <a:avLst/>
          </a:prstGeom>
        </p:spPr>
      </p:pic>
      <p:sp>
        <p:nvSpPr>
          <p:cNvPr id="89" name="Text 290: GRASSROOTS VISIBILITY">
            <a:extLst xmlns:a="http://schemas.openxmlformats.org/drawingml/2006/main">
              <a:ext uri="{FF2B5EF4-FFF2-40B4-BE49-F238E27FC236}">
                <a16:creationId xmlns:a16="http://schemas.microsoft.com/office/drawing/2014/main" id="{31349AB9-CE11-4D38-8614-971B8128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9175" y="6600825"/>
            <a:ext cx="3124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GRASSROOTS VISIBILITY</a:t>
            </a:r>
          </a:p>
        </p:txBody>
      </p:sp>
      <p:sp>
        <p:nvSpPr>
          <p:cNvPr id="90" name="Text 291: Aim to connect more athletes with coaches beyond local networks">
            <a:extLst xmlns:a="http://schemas.openxmlformats.org/drawingml/2006/main">
              <a:ext uri="{FF2B5EF4-FFF2-40B4-BE49-F238E27FC236}">
                <a16:creationId xmlns:a16="http://schemas.microsoft.com/office/drawing/2014/main" id="{84FF5CCA-AF18-4F02-AC23-F8427092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9175" y="6943725"/>
            <a:ext cx="31242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Aim to connect more athletes</a:t>
            </a:r>
          </a:p>
          <a:p xmlns:a="http://schemas.openxmlformats.org/drawingml/2006/main">
            <a:pPr algn="l">
              <a:defRPr sz="15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with coaches beyond local networks</a:t>
            </a:r>
          </a:p>
        </p:txBody>
      </p:sp>
      <p:sp>
        <p:nvSpPr>
          <p:cNvPr id="91" name="Panel 292">
            <a:extLst xmlns:a="http://schemas.openxmlformats.org/drawingml/2006/main">
              <a:ext uri="{FF2B5EF4-FFF2-40B4-BE49-F238E27FC236}">
                <a16:creationId xmlns:a16="http://schemas.microsoft.com/office/drawing/2014/main" id="{7950E756-B662-42EA-B33C-A8BE3425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7496175"/>
            <a:ext cx="4914900" cy="638175"/>
          </a:xfrm>
          <a:prstGeom xmlns:a="http://schemas.openxmlformats.org/drawingml/2006/main" prst="roundRect">
            <a:avLst>
              <a:gd name="adj" fmla="val 20896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2383">
            <a:solidFill>
              <a:srgbClr val="20E7FA"/>
            </a:solidFill>
            <a:prstDash val="solid"/>
          </a:ln>
        </p:spPr>
      </p:sp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21d3c5f813400d"/>
          <a:stretch xmlns:a="http://schemas.openxmlformats.org/drawingml/2006/main"/>
        </p:blipFill>
        <p:spPr>
          <a:xfrm xmlns:a="http://schemas.openxmlformats.org/drawingml/2006/main">
            <a:off x="552450" y="7591425"/>
            <a:ext cx="428625" cy="466725"/>
          </a:xfrm>
          <a:prstGeom xmlns:a="http://schemas.openxmlformats.org/drawingml/2006/main" prst="rect">
            <a:avLst/>
          </a:prstGeom>
        </p:spPr>
      </p:pic>
      <p:sp>
        <p:nvSpPr>
          <p:cNvPr id="93" name="Text 293: MediaPipe">
            <a:extLst xmlns:a="http://schemas.openxmlformats.org/drawingml/2006/main">
              <a:ext uri="{FF2B5EF4-FFF2-40B4-BE49-F238E27FC236}">
                <a16:creationId xmlns:a16="http://schemas.microsoft.com/office/drawing/2014/main" id="{71FBB8C9-8CE6-41C6-ADC8-F41CBE58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7696200"/>
            <a:ext cx="12668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MediaPipe</a:t>
            </a:r>
          </a:p>
        </p:txBody>
      </p:sp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c95b44b3744fe8"/>
          <a:stretch xmlns:a="http://schemas.openxmlformats.org/drawingml/2006/main"/>
        </p:blipFill>
        <p:spPr>
          <a:xfrm xmlns:a="http://schemas.openxmlformats.org/drawingml/2006/main">
            <a:off x="2476500" y="7581900"/>
            <a:ext cx="419100" cy="485775"/>
          </a:xfrm>
          <a:prstGeom xmlns:a="http://schemas.openxmlformats.org/drawingml/2006/main" prst="rect">
            <a:avLst/>
          </a:prstGeom>
        </p:spPr>
      </p:pic>
      <p:sp>
        <p:nvSpPr>
          <p:cNvPr id="95" name="Text 294: Flask">
            <a:extLst xmlns:a="http://schemas.openxmlformats.org/drawingml/2006/main">
              <a:ext uri="{FF2B5EF4-FFF2-40B4-BE49-F238E27FC236}">
                <a16:creationId xmlns:a16="http://schemas.microsoft.com/office/drawing/2014/main" id="{825DC27F-1978-49A8-BFDF-3F333AFD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7686675"/>
            <a:ext cx="71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0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Flask</a:t>
            </a:r>
          </a:p>
        </p:txBody>
      </p:sp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a9f9baea114cab"/>
          <a:stretch xmlns:a="http://schemas.openxmlformats.org/drawingml/2006/main"/>
        </p:blipFill>
        <p:spPr>
          <a:xfrm xmlns:a="http://schemas.openxmlformats.org/drawingml/2006/main">
            <a:off x="3867150" y="7562850"/>
            <a:ext cx="390525" cy="495300"/>
          </a:xfrm>
          <a:prstGeom xmlns:a="http://schemas.openxmlformats.org/drawingml/2006/main" prst="rect">
            <a:avLst/>
          </a:prstGeom>
        </p:spPr>
      </p:pic>
      <p:sp>
        <p:nvSpPr>
          <p:cNvPr id="97" name="Text 295: SQLite">
            <a:extLst xmlns:a="http://schemas.openxmlformats.org/drawingml/2006/main">
              <a:ext uri="{FF2B5EF4-FFF2-40B4-BE49-F238E27FC236}">
                <a16:creationId xmlns:a16="http://schemas.microsoft.com/office/drawing/2014/main" id="{DAC1C94C-E321-4FFF-9FE7-7BB4806C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7715250"/>
            <a:ext cx="781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SQLite</a:t>
            </a:r>
          </a:p>
        </p:txBody>
      </p:sp>
      <p:sp>
        <p:nvSpPr>
          <p:cNvPr id="98" name="Panel 296">
            <a:extLst xmlns:a="http://schemas.openxmlformats.org/drawingml/2006/main">
              <a:ext uri="{FF2B5EF4-FFF2-40B4-BE49-F238E27FC236}">
                <a16:creationId xmlns:a16="http://schemas.microsoft.com/office/drawing/2014/main" id="{1A5ADE03-6DDC-4AED-B2BD-5D817BBD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7524750"/>
            <a:ext cx="4838700" cy="6096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2383">
            <a:solidFill>
              <a:srgbClr val="20E7FA"/>
            </a:solidFill>
            <a:prstDash val="solid"/>
          </a:ln>
        </p:spPr>
      </p:sp>
      <p:pic>
        <p:nvPicPr>
          <p:cNvPr id="2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e22a2ad40a4f4d"/>
          <a:stretch xmlns:a="http://schemas.openxmlformats.org/drawingml/2006/main"/>
        </p:blipFill>
        <p:spPr>
          <a:xfrm xmlns:a="http://schemas.openxmlformats.org/drawingml/2006/main">
            <a:off x="5857875" y="7600950"/>
            <a:ext cx="552450" cy="485775"/>
          </a:xfrm>
          <a:prstGeom xmlns:a="http://schemas.openxmlformats.org/drawingml/2006/main" prst="rect">
            <a:avLst/>
          </a:prstGeom>
        </p:spPr>
      </p:pic>
      <p:sp>
        <p:nvSpPr>
          <p:cNvPr id="100" name="Text 297: Pricing and demand remain unvalidated">
            <a:extLst xmlns:a="http://schemas.openxmlformats.org/drawingml/2006/main">
              <a:ext uri="{FF2B5EF4-FFF2-40B4-BE49-F238E27FC236}">
                <a16:creationId xmlns:a16="http://schemas.microsoft.com/office/drawing/2014/main" id="{9D371CCF-191F-421D-A5FF-A24A4777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7753350"/>
            <a:ext cx="3724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Pricing and demand remain unvalidated</a:t>
            </a:r>
          </a:p>
        </p:txBody>
      </p:sp>
      <p:sp>
        <p:nvSpPr>
          <p:cNvPr id="101" name="Panel 298">
            <a:extLst xmlns:a="http://schemas.openxmlformats.org/drawingml/2006/main">
              <a:ext uri="{FF2B5EF4-FFF2-40B4-BE49-F238E27FC236}">
                <a16:creationId xmlns:a16="http://schemas.microsoft.com/office/drawing/2014/main" id="{3D481E5A-96FC-4BDC-A487-900D7DE3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7534275"/>
            <a:ext cx="4829175" cy="6096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002F29"/>
          </a:solidFill>
          <a:ln xmlns:a="http://schemas.openxmlformats.org/drawingml/2006/main" w="13335">
            <a:solidFill>
              <a:srgbClr val="50F4BC"/>
            </a:solidFill>
            <a:prstDash val="solid"/>
          </a:ln>
        </p:spPr>
      </p:sp>
      <p:pic>
        <p:nvPicPr>
          <p:cNvPr id="2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0c51c0de1f4304"/>
          <a:stretch xmlns:a="http://schemas.openxmlformats.org/drawingml/2006/main"/>
        </p:blipFill>
        <p:spPr>
          <a:xfrm xmlns:a="http://schemas.openxmlformats.org/drawingml/2006/main">
            <a:off x="11201400" y="7572375"/>
            <a:ext cx="514350" cy="485775"/>
          </a:xfrm>
          <a:prstGeom xmlns:a="http://schemas.openxmlformats.org/drawingml/2006/main" prst="rect">
            <a:avLst/>
          </a:prstGeom>
        </p:spPr>
      </p:pic>
      <p:sp>
        <p:nvSpPr>
          <p:cNvPr id="103" name="Text 299: Raw training video stays on the device">
            <a:extLst xmlns:a="http://schemas.openxmlformats.org/drawingml/2006/main">
              <a:ext uri="{FF2B5EF4-FFF2-40B4-BE49-F238E27FC236}">
                <a16:creationId xmlns:a16="http://schemas.microsoft.com/office/drawing/2014/main" id="{8284D271-B4EE-498B-88B2-830EB06C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7753350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0F4BC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1">
                <a:solidFill>
                  <a:srgbClr val="50F4BC"/>
                </a:solidFill>
                <a:latin typeface="Arial Narrow"/>
                <a:ea typeface="Arial Narrow"/>
                <a:cs typeface="Arial Narrow"/>
              </a:rPr>
              <a:t>Raw training video stays on the device</a:t>
            </a:r>
          </a:p>
        </p:txBody>
      </p:sp>
      <p:sp>
        <p:nvSpPr>
          <p:cNvPr id="104" name="Footer 300">
            <a:extLst xmlns:a="http://schemas.openxmlformats.org/drawingml/2006/main">
              <a:ext uri="{FF2B5EF4-FFF2-40B4-BE49-F238E27FC236}">
                <a16:creationId xmlns:a16="http://schemas.microsoft.com/office/drawing/2014/main" id="{1129F5DA-3A8C-4386-95A8-AAC973FA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296275"/>
            <a:ext cx="15516225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4288">
            <a:solidFill>
              <a:srgbClr val="20E7FA"/>
            </a:solidFill>
            <a:prstDash val="solid"/>
          </a:ln>
        </p:spPr>
      </p:sp>
      <p:pic>
        <p:nvPicPr>
          <p:cNvPr id="2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4d109231c54826"/>
          <a:stretch xmlns:a="http://schemas.openxmlformats.org/drawingml/2006/main"/>
        </p:blipFill>
        <p:spPr>
          <a:xfrm xmlns:a="http://schemas.openxmlformats.org/drawingml/2006/main">
            <a:off x="409575" y="8355521"/>
            <a:ext cx="409575" cy="376809"/>
          </a:xfrm>
          <a:prstGeom xmlns:a="http://schemas.openxmlformats.org/drawingml/2006/main" prst="rect">
            <a:avLst/>
          </a:prstGeom>
        </p:spPr>
      </p:pic>
      <p:sp>
        <p:nvSpPr>
          <p:cNvPr id="106" name="Text 301: VALIDATE NEXT">
            <a:extLst xmlns:a="http://schemas.openxmlformats.org/drawingml/2006/main">
              <a:ext uri="{FF2B5EF4-FFF2-40B4-BE49-F238E27FC236}">
                <a16:creationId xmlns:a16="http://schemas.microsoft.com/office/drawing/2014/main" id="{23793BA2-12ED-4A66-9826-6A793D3B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8429625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VALIDATE NEXT</a:t>
            </a:r>
          </a:p>
        </p:txBody>
      </p:sp>
      <p:sp>
        <p:nvSpPr>
          <p:cNvPr id="107" name="Divider 302">
            <a:extLst xmlns:a="http://schemas.openxmlformats.org/drawingml/2006/main">
              <a:ext uri="{FF2B5EF4-FFF2-40B4-BE49-F238E27FC236}">
                <a16:creationId xmlns:a16="http://schemas.microsoft.com/office/drawing/2014/main" id="{29BA0B8E-66AD-4D01-9EE9-D44A25DD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40105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0E7FA"/>
            </a:solidFill>
            <a:prstDash val="solid"/>
          </a:ln>
        </p:spPr>
      </p:sp>
      <p:sp>
        <p:nvSpPr>
          <p:cNvPr id="108" name="Text 303: Score calibration, device performance and pilot outcomes">
            <a:extLst xmlns:a="http://schemas.openxmlformats.org/drawingml/2006/main">
              <a:ext uri="{FF2B5EF4-FFF2-40B4-BE49-F238E27FC236}">
                <a16:creationId xmlns:a16="http://schemas.microsoft.com/office/drawing/2014/main" id="{59EC936F-6E97-47FF-89FE-067ED8CA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8467725"/>
            <a:ext cx="857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Score calibration, device performance and pilot outcomes</a:t>
            </a:r>
          </a:p>
        </p:txBody>
      </p:sp>
      <p:sp>
        <p:nvSpPr>
          <p:cNvPr id="109" name="Divider 304">
            <a:extLst xmlns:a="http://schemas.openxmlformats.org/drawingml/2006/main">
              <a:ext uri="{FF2B5EF4-FFF2-40B4-BE49-F238E27FC236}">
                <a16:creationId xmlns:a16="http://schemas.microsoft.com/office/drawing/2014/main" id="{736E64D3-8C8C-472B-9F09-109B024A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840105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0E7FA"/>
            </a:solidFill>
            <a:prstDash val="solid"/>
          </a:ln>
        </p:spPr>
      </p:sp>
      <p:sp>
        <p:nvSpPr>
          <p:cNvPr id="110" name="Text 305: ↗">
            <a:extLst xmlns:a="http://schemas.openxmlformats.org/drawingml/2006/main">
              <a:ext uri="{FF2B5EF4-FFF2-40B4-BE49-F238E27FC236}">
                <a16:creationId xmlns:a16="http://schemas.microsoft.com/office/drawing/2014/main" id="{B3C5F586-6EDD-4999-BC53-9E061B23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8391525"/>
            <a:ext cx="361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7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↗</a:t>
            </a:r>
          </a:p>
        </p:txBody>
      </p:sp>
      <p:sp>
        <p:nvSpPr>
          <p:cNvPr id="111" name="Text 306: athletixai.onrender.com">
            <a:extLst xmlns:a="http://schemas.openxmlformats.org/drawingml/2006/main">
              <a:ext uri="{FF2B5EF4-FFF2-40B4-BE49-F238E27FC236}">
                <a16:creationId xmlns:a16="http://schemas.microsoft.com/office/drawing/2014/main" id="{08C544CD-843B-4307-9808-F61E93FB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8448675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1">
                <a:solidFill>
                  <a:srgbClr val="20E7FA"/>
                </a:solidFill>
                <a:latin typeface="Arial Narrow"/>
                <a:ea typeface="Arial Narrow"/>
                <a:cs typeface="Arial Narrow"/>
                <a:hlinkClick xmlns:r="http://schemas.openxmlformats.org/officeDocument/2006/relationships" r:id="Rb26185e94bb14334"/>
              </a:rPr>
              <a:t>athletixai.onrender.com</a:t>
            </a:r>
          </a:p>
        </p:txBody>
      </p:sp>
    </p:spTree>
    <p:extLst>
      <p:ext uri="{BB962C8B-B14F-4D97-AF65-F5344CB8AC3E}">
        <p14:creationId xmlns:p14="http://schemas.microsoft.com/office/powerpoint/2010/main" val="1639090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15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8fbeb1cae44981"/>
          <a:stretch xmlns:a="http://schemas.openxmlformats.org/drawingml/2006/main"/>
        </p:blipFill>
        <p:spPr>
          <a:xfrm xmlns:a="http://schemas.openxmlformats.org/drawingml/2006/main">
            <a:off x="0" y="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faac2f2a444b6a"/>
          <a:stretch xmlns:a="http://schemas.openxmlformats.org/drawingml/2006/main"/>
        </p:blipFill>
        <p:spPr>
          <a:xfrm xmlns:a="http://schemas.openxmlformats.org/drawingml/2006/main">
            <a:off x="0" y="2952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ab0747dfbe41e7"/>
          <a:stretch xmlns:a="http://schemas.openxmlformats.org/drawingml/2006/main"/>
        </p:blipFill>
        <p:spPr>
          <a:xfrm xmlns:a="http://schemas.openxmlformats.org/drawingml/2006/main">
            <a:off x="0" y="5905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5f1afdb38d4af7"/>
          <a:stretch xmlns:a="http://schemas.openxmlformats.org/drawingml/2006/main"/>
        </p:blipFill>
        <p:spPr>
          <a:xfrm xmlns:a="http://schemas.openxmlformats.org/drawingml/2006/main">
            <a:off x="0" y="8858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ea13cb21414bf3"/>
          <a:stretch xmlns:a="http://schemas.openxmlformats.org/drawingml/2006/main"/>
        </p:blipFill>
        <p:spPr>
          <a:xfrm xmlns:a="http://schemas.openxmlformats.org/drawingml/2006/main">
            <a:off x="0" y="11811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ce78079ead4966"/>
          <a:stretch xmlns:a="http://schemas.openxmlformats.org/drawingml/2006/main"/>
        </p:blipFill>
        <p:spPr>
          <a:xfrm xmlns:a="http://schemas.openxmlformats.org/drawingml/2006/main">
            <a:off x="0" y="14763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635bda2dc5486b"/>
          <a:stretch xmlns:a="http://schemas.openxmlformats.org/drawingml/2006/main"/>
        </p:blipFill>
        <p:spPr>
          <a:xfrm xmlns:a="http://schemas.openxmlformats.org/drawingml/2006/main">
            <a:off x="0" y="17716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d94c1aefbc462b"/>
          <a:stretch xmlns:a="http://schemas.openxmlformats.org/drawingml/2006/main"/>
        </p:blipFill>
        <p:spPr>
          <a:xfrm xmlns:a="http://schemas.openxmlformats.org/drawingml/2006/main">
            <a:off x="0" y="20669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413a4e62064486"/>
          <a:stretch xmlns:a="http://schemas.openxmlformats.org/drawingml/2006/main"/>
        </p:blipFill>
        <p:spPr>
          <a:xfrm xmlns:a="http://schemas.openxmlformats.org/drawingml/2006/main">
            <a:off x="0" y="23622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81b323db634bce"/>
          <a:stretch xmlns:a="http://schemas.openxmlformats.org/drawingml/2006/main"/>
        </p:blipFill>
        <p:spPr>
          <a:xfrm xmlns:a="http://schemas.openxmlformats.org/drawingml/2006/main">
            <a:off x="0" y="26574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fe00b2b5d543a1"/>
          <a:stretch xmlns:a="http://schemas.openxmlformats.org/drawingml/2006/main"/>
        </p:blipFill>
        <p:spPr>
          <a:xfrm xmlns:a="http://schemas.openxmlformats.org/drawingml/2006/main">
            <a:off x="0" y="29527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120dfad7da412a"/>
          <a:stretch xmlns:a="http://schemas.openxmlformats.org/drawingml/2006/main"/>
        </p:blipFill>
        <p:spPr>
          <a:xfrm xmlns:a="http://schemas.openxmlformats.org/drawingml/2006/main">
            <a:off x="0" y="32480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a087305662494e"/>
          <a:stretch xmlns:a="http://schemas.openxmlformats.org/drawingml/2006/main"/>
        </p:blipFill>
        <p:spPr>
          <a:xfrm xmlns:a="http://schemas.openxmlformats.org/drawingml/2006/main">
            <a:off x="0" y="35433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0cab4ee9294a70"/>
          <a:stretch xmlns:a="http://schemas.openxmlformats.org/drawingml/2006/main"/>
        </p:blipFill>
        <p:spPr>
          <a:xfrm xmlns:a="http://schemas.openxmlformats.org/drawingml/2006/main">
            <a:off x="0" y="38385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2329d1e83b4b59"/>
          <a:stretch xmlns:a="http://schemas.openxmlformats.org/drawingml/2006/main"/>
        </p:blipFill>
        <p:spPr>
          <a:xfrm xmlns:a="http://schemas.openxmlformats.org/drawingml/2006/main">
            <a:off x="0" y="41338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257c1ea464ebd"/>
          <a:stretch xmlns:a="http://schemas.openxmlformats.org/drawingml/2006/main"/>
        </p:blipFill>
        <p:spPr>
          <a:xfrm xmlns:a="http://schemas.openxmlformats.org/drawingml/2006/main">
            <a:off x="0" y="44291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80d266eabc4774"/>
          <a:stretch xmlns:a="http://schemas.openxmlformats.org/drawingml/2006/main"/>
        </p:blipFill>
        <p:spPr>
          <a:xfrm xmlns:a="http://schemas.openxmlformats.org/drawingml/2006/main">
            <a:off x="0" y="47244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fabd20132b4efe"/>
          <a:stretch xmlns:a="http://schemas.openxmlformats.org/drawingml/2006/main"/>
        </p:blipFill>
        <p:spPr>
          <a:xfrm xmlns:a="http://schemas.openxmlformats.org/drawingml/2006/main">
            <a:off x="0" y="50196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d92c56d30846f2"/>
          <a:stretch xmlns:a="http://schemas.openxmlformats.org/drawingml/2006/main"/>
        </p:blipFill>
        <p:spPr>
          <a:xfrm xmlns:a="http://schemas.openxmlformats.org/drawingml/2006/main">
            <a:off x="0" y="53149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92e09b40764f00"/>
          <a:stretch xmlns:a="http://schemas.openxmlformats.org/drawingml/2006/main"/>
        </p:blipFill>
        <p:spPr>
          <a:xfrm xmlns:a="http://schemas.openxmlformats.org/drawingml/2006/main">
            <a:off x="0" y="56102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cdcc6dcc9446c4"/>
          <a:stretch xmlns:a="http://schemas.openxmlformats.org/drawingml/2006/main"/>
        </p:blipFill>
        <p:spPr>
          <a:xfrm xmlns:a="http://schemas.openxmlformats.org/drawingml/2006/main">
            <a:off x="0" y="59055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ed7b227c7244f0"/>
          <a:stretch xmlns:a="http://schemas.openxmlformats.org/drawingml/2006/main"/>
        </p:blipFill>
        <p:spPr>
          <a:xfrm xmlns:a="http://schemas.openxmlformats.org/drawingml/2006/main">
            <a:off x="0" y="62007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d567e0d89f4773"/>
          <a:stretch xmlns:a="http://schemas.openxmlformats.org/drawingml/2006/main"/>
        </p:blipFill>
        <p:spPr>
          <a:xfrm xmlns:a="http://schemas.openxmlformats.org/drawingml/2006/main">
            <a:off x="0" y="64960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0d4fe7a21a4465"/>
          <a:stretch xmlns:a="http://schemas.openxmlformats.org/drawingml/2006/main"/>
        </p:blipFill>
        <p:spPr>
          <a:xfrm xmlns:a="http://schemas.openxmlformats.org/drawingml/2006/main">
            <a:off x="0" y="67913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89369a477c422f"/>
          <a:stretch xmlns:a="http://schemas.openxmlformats.org/drawingml/2006/main"/>
        </p:blipFill>
        <p:spPr>
          <a:xfrm xmlns:a="http://schemas.openxmlformats.org/drawingml/2006/main">
            <a:off x="0" y="70866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a29adab72e448b"/>
          <a:stretch xmlns:a="http://schemas.openxmlformats.org/drawingml/2006/main"/>
        </p:blipFill>
        <p:spPr>
          <a:xfrm xmlns:a="http://schemas.openxmlformats.org/drawingml/2006/main">
            <a:off x="0" y="73818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d6b6a4c05b4bb2"/>
          <a:stretch xmlns:a="http://schemas.openxmlformats.org/drawingml/2006/main"/>
        </p:blipFill>
        <p:spPr>
          <a:xfrm xmlns:a="http://schemas.openxmlformats.org/drawingml/2006/main">
            <a:off x="0" y="76771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55648f39a740a9"/>
          <a:stretch xmlns:a="http://schemas.openxmlformats.org/drawingml/2006/main"/>
        </p:blipFill>
        <p:spPr>
          <a:xfrm xmlns:a="http://schemas.openxmlformats.org/drawingml/2006/main">
            <a:off x="0" y="79724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bc7f4334234669"/>
          <a:stretch xmlns:a="http://schemas.openxmlformats.org/drawingml/2006/main"/>
        </p:blipFill>
        <p:spPr>
          <a:xfrm xmlns:a="http://schemas.openxmlformats.org/drawingml/2006/main">
            <a:off x="0" y="82677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1fcb9aced94cc3"/>
          <a:stretch xmlns:a="http://schemas.openxmlformats.org/drawingml/2006/main"/>
        </p:blipFill>
        <p:spPr>
          <a:xfrm xmlns:a="http://schemas.openxmlformats.org/drawingml/2006/main">
            <a:off x="0" y="85629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035b0be6bf4d5c"/>
          <a:stretch xmlns:a="http://schemas.openxmlformats.org/drawingml/2006/main"/>
        </p:blipFill>
        <p:spPr>
          <a:xfrm xmlns:a="http://schemas.openxmlformats.org/drawingml/2006/main">
            <a:off x="5137355" y="8858250"/>
            <a:ext cx="5651090" cy="104775"/>
          </a:xfrm>
          <a:prstGeom xmlns:a="http://schemas.openxmlformats.org/drawingml/2006/main" prst="rect">
            <a:avLst/>
          </a:prstGeom>
        </p:spPr>
      </p:pic>
      <p:pic>
        <p:nvPicPr>
          <p:cNvPr id="1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881dc1339b4b55"/>
          <a:stretch xmlns:a="http://schemas.openxmlformats.org/drawingml/2006/main"/>
        </p:blipFill>
        <p:spPr>
          <a:xfrm xmlns:a="http://schemas.openxmlformats.org/drawingml/2006/main">
            <a:off x="381000" y="247650"/>
            <a:ext cx="581025" cy="619125"/>
          </a:xfrm>
          <a:prstGeom xmlns:a="http://schemas.openxmlformats.org/drawingml/2006/main" prst="rect">
            <a:avLst/>
          </a:prstGeom>
        </p:spPr>
      </p:pic>
      <p:sp>
        <p:nvSpPr>
          <p:cNvPr id="33" name="Text 307: AthletixAI">
            <a:extLst xmlns:a="http://schemas.openxmlformats.org/drawingml/2006/main">
              <a:ext uri="{FF2B5EF4-FFF2-40B4-BE49-F238E27FC236}">
                <a16:creationId xmlns:a16="http://schemas.microsoft.com/office/drawing/2014/main" id="{53354855-F292-4D0F-A96A-21FE257D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66700"/>
            <a:ext cx="23050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8FA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8FAFF"/>
                </a:solidFill>
                <a:latin typeface="Arial"/>
                <a:ea typeface="Arial"/>
                <a:cs typeface="Arial"/>
              </a:rPr>
              <a:t>Athletix</a:t>
            </a:r>
            <a:r>
              <a:rPr sz="3075" b="1">
                <a:solidFill>
                  <a:srgbClr val="20E7FA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34" name="Text 308: A I  S P O R T S  T A L E N T  P L A T F O R M">
            <a:extLst xmlns:a="http://schemas.openxmlformats.org/drawingml/2006/main">
              <a:ext uri="{FF2B5EF4-FFF2-40B4-BE49-F238E27FC236}">
                <a16:creationId xmlns:a16="http://schemas.microsoft.com/office/drawing/2014/main" id="{A4055431-D457-464B-9CA3-353271EF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762000"/>
            <a:ext cx="2762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 I  S P O R T S  T A L E N T  P L A T F O R M</a:t>
            </a:r>
          </a:p>
        </p:txBody>
      </p:sp>
      <p:sp>
        <p:nvSpPr>
          <p:cNvPr id="35" name="Text 309: BUSINESS MODEL · MARKET OPPORTUNITY · FUTURE ROADMAP">
            <a:extLst xmlns:a="http://schemas.openxmlformats.org/drawingml/2006/main">
              <a:ext uri="{FF2B5EF4-FFF2-40B4-BE49-F238E27FC236}">
                <a16:creationId xmlns:a16="http://schemas.microsoft.com/office/drawing/2014/main" id="{4A8F9FC0-EC83-4C33-BC20-27C1219D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1925"/>
            <a:ext cx="1119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7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BUSINESS MODEL · MARKET OPPORTUNITY · FUTURE ROADMAP</a:t>
            </a:r>
          </a:p>
        </p:txBody>
      </p:sp>
      <p:sp>
        <p:nvSpPr>
          <p:cNvPr id="36" name="Text 310: Proposed business strategy and product roadmap">
            <a:extLst xmlns:a="http://schemas.openxmlformats.org/drawingml/2006/main">
              <a:ext uri="{FF2B5EF4-FFF2-40B4-BE49-F238E27FC236}">
                <a16:creationId xmlns:a16="http://schemas.microsoft.com/office/drawing/2014/main" id="{3770E44D-4B2B-465C-935B-BF80B8EF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95325"/>
            <a:ext cx="11191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Proposed business strategy and product roadmap</a:t>
            </a:r>
          </a:p>
        </p:txBody>
      </p:sp>
      <p:sp>
        <p:nvSpPr>
          <p:cNvPr id="37" name="Panel 311">
            <a:extLst xmlns:a="http://schemas.openxmlformats.org/drawingml/2006/main">
              <a:ext uri="{FF2B5EF4-FFF2-40B4-BE49-F238E27FC236}">
                <a16:creationId xmlns:a16="http://schemas.microsoft.com/office/drawing/2014/main" id="{64EB9186-804A-46C5-92F0-BF8EA227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123950"/>
            <a:ext cx="5114925" cy="7067550"/>
          </a:xfrm>
          <a:prstGeom xmlns:a="http://schemas.openxmlformats.org/drawingml/2006/main" prst="roundRect">
            <a:avLst>
              <a:gd name="adj" fmla="val 2980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38" name="Panel 312">
            <a:extLst xmlns:a="http://schemas.openxmlformats.org/drawingml/2006/main">
              <a:ext uri="{FF2B5EF4-FFF2-40B4-BE49-F238E27FC236}">
                <a16:creationId xmlns:a16="http://schemas.microsoft.com/office/drawing/2014/main" id="{4D382736-7366-4F35-93EC-8B718C22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123950"/>
            <a:ext cx="5114925" cy="7067550"/>
          </a:xfrm>
          <a:prstGeom xmlns:a="http://schemas.openxmlformats.org/drawingml/2006/main" prst="roundRect">
            <a:avLst>
              <a:gd name="adj" fmla="val 2980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39" name="Panel 313">
            <a:extLst xmlns:a="http://schemas.openxmlformats.org/drawingml/2006/main">
              <a:ext uri="{FF2B5EF4-FFF2-40B4-BE49-F238E27FC236}">
                <a16:creationId xmlns:a16="http://schemas.microsoft.com/office/drawing/2014/main" id="{2BC26945-327B-4033-A981-074C0112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123950"/>
            <a:ext cx="5086350" cy="7067550"/>
          </a:xfrm>
          <a:prstGeom xmlns:a="http://schemas.openxmlformats.org/drawingml/2006/main" prst="roundRect">
            <a:avLst>
              <a:gd name="adj" fmla="val 2996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FF6386"/>
            </a:solidFill>
            <a:prstDash val="solid"/>
          </a:ln>
        </p:spPr>
      </p:sp>
      <p:sp>
        <p:nvSpPr>
          <p:cNvPr id="40" name="Section number 314">
            <a:extLst xmlns:a="http://schemas.openxmlformats.org/drawingml/2006/main">
              <a:ext uri="{FF2B5EF4-FFF2-40B4-BE49-F238E27FC236}">
                <a16:creationId xmlns:a16="http://schemas.microsoft.com/office/drawing/2014/main" id="{FCA26F6B-A508-4F00-AC3E-64EB80E1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285875"/>
            <a:ext cx="647700" cy="561975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20E7FA"/>
            </a:solidFill>
            <a:prstDash val="solid"/>
          </a:ln>
        </p:spPr>
      </p:sp>
      <p:sp>
        <p:nvSpPr>
          <p:cNvPr id="41" name="Text 315: 01">
            <a:extLst xmlns:a="http://schemas.openxmlformats.org/drawingml/2006/main">
              <a:ext uri="{FF2B5EF4-FFF2-40B4-BE49-F238E27FC236}">
                <a16:creationId xmlns:a16="http://schemas.microsoft.com/office/drawing/2014/main" id="{F52C38E8-06B3-449E-B1F5-B7E93662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314450"/>
            <a:ext cx="647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32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01</a:t>
            </a:r>
          </a:p>
        </p:txBody>
      </p:sp>
      <p:sp>
        <p:nvSpPr>
          <p:cNvPr id="42" name="Section number 316">
            <a:extLst xmlns:a="http://schemas.openxmlformats.org/drawingml/2006/main">
              <a:ext uri="{FF2B5EF4-FFF2-40B4-BE49-F238E27FC236}">
                <a16:creationId xmlns:a16="http://schemas.microsoft.com/office/drawing/2014/main" id="{21345A32-3C22-469D-904C-BE4FC7E8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285875"/>
            <a:ext cx="647700" cy="561975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20E7FA"/>
            </a:solidFill>
            <a:prstDash val="solid"/>
          </a:ln>
        </p:spPr>
      </p:sp>
      <p:sp>
        <p:nvSpPr>
          <p:cNvPr id="43" name="Text 317: 02">
            <a:extLst xmlns:a="http://schemas.openxmlformats.org/drawingml/2006/main">
              <a:ext uri="{FF2B5EF4-FFF2-40B4-BE49-F238E27FC236}">
                <a16:creationId xmlns:a16="http://schemas.microsoft.com/office/drawing/2014/main" id="{BF78DE13-A9F1-4623-9D3B-9D4DA7E2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314450"/>
            <a:ext cx="647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32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02</a:t>
            </a:r>
          </a:p>
        </p:txBody>
      </p:sp>
      <p:sp>
        <p:nvSpPr>
          <p:cNvPr id="44" name="Section number 318">
            <a:extLst xmlns:a="http://schemas.openxmlformats.org/drawingml/2006/main">
              <a:ext uri="{FF2B5EF4-FFF2-40B4-BE49-F238E27FC236}">
                <a16:creationId xmlns:a16="http://schemas.microsoft.com/office/drawing/2014/main" id="{3DE359CA-CD9E-4E57-A064-86B23C1A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1285875"/>
            <a:ext cx="647700" cy="561975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FF6386"/>
            </a:solidFill>
            <a:prstDash val="solid"/>
          </a:ln>
        </p:spPr>
      </p:sp>
      <p:sp>
        <p:nvSpPr>
          <p:cNvPr id="45" name="Text 319: 03">
            <a:extLst xmlns:a="http://schemas.openxmlformats.org/drawingml/2006/main">
              <a:ext uri="{FF2B5EF4-FFF2-40B4-BE49-F238E27FC236}">
                <a16:creationId xmlns:a16="http://schemas.microsoft.com/office/drawing/2014/main" id="{A8C80E8F-E988-40A6-96D9-3C1DD430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1314450"/>
            <a:ext cx="647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FF6386"/>
                </a:solidFill>
                <a:latin typeface="Arial Narrow"/>
                <a:ea typeface="Arial Narrow"/>
                <a:cs typeface="Arial Narrow"/>
              </a:defRPr>
            </a:pPr>
            <a:r>
              <a:rPr sz="3225" b="1">
                <a:solidFill>
                  <a:srgbClr val="FF6386"/>
                </a:solidFill>
                <a:latin typeface="Arial Narrow"/>
                <a:ea typeface="Arial Narrow"/>
                <a:cs typeface="Arial Narrow"/>
              </a:rPr>
              <a:t>03</a:t>
            </a:r>
          </a:p>
        </p:txBody>
      </p:sp>
      <p:sp>
        <p:nvSpPr>
          <p:cNvPr id="46" name="Text 320: BUSINESS MODEL">
            <a:extLst xmlns:a="http://schemas.openxmlformats.org/drawingml/2006/main">
              <a:ext uri="{FF2B5EF4-FFF2-40B4-BE49-F238E27FC236}">
                <a16:creationId xmlns:a16="http://schemas.microsoft.com/office/drawing/2014/main" id="{C9BE1F9A-99C5-4BB5-B871-58F636D4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343025"/>
            <a:ext cx="3571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7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BUSINESS MODEL</a:t>
            </a:r>
          </a:p>
        </p:txBody>
      </p:sp>
      <p:sp>
        <p:nvSpPr>
          <p:cNvPr id="47" name="Text 321: Proposed revenue streams">
            <a:extLst xmlns:a="http://schemas.openxmlformats.org/drawingml/2006/main">
              <a:ext uri="{FF2B5EF4-FFF2-40B4-BE49-F238E27FC236}">
                <a16:creationId xmlns:a16="http://schemas.microsoft.com/office/drawing/2014/main" id="{83971049-1206-4593-A977-EA35D9B5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762125"/>
            <a:ext cx="3571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Proposed revenue streams</a:t>
            </a:r>
          </a:p>
        </p:txBody>
      </p:sp>
      <p:sp>
        <p:nvSpPr>
          <p:cNvPr id="48" name="Text 322: MARKET OPPORTUNITY">
            <a:extLst xmlns:a="http://schemas.openxmlformats.org/drawingml/2006/main">
              <a:ext uri="{FF2B5EF4-FFF2-40B4-BE49-F238E27FC236}">
                <a16:creationId xmlns:a16="http://schemas.microsoft.com/office/drawing/2014/main" id="{1AFB7442-F06B-4878-8E95-484ED9D0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343025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5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MARKET OPPORTUNITY</a:t>
            </a:r>
          </a:p>
        </p:txBody>
      </p:sp>
      <p:sp>
        <p:nvSpPr>
          <p:cNvPr id="49" name="Text 323: India-first target segments">
            <a:extLst xmlns:a="http://schemas.openxmlformats.org/drawingml/2006/main">
              <a:ext uri="{FF2B5EF4-FFF2-40B4-BE49-F238E27FC236}">
                <a16:creationId xmlns:a16="http://schemas.microsoft.com/office/drawing/2014/main" id="{23CE8135-EAFD-4DCB-A20E-D2893E8B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62125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India-first target segments</a:t>
            </a:r>
          </a:p>
        </p:txBody>
      </p:sp>
      <p:sp>
        <p:nvSpPr>
          <p:cNvPr id="50" name="Text 324: FUTURE ROADMAP">
            <a:extLst xmlns:a="http://schemas.openxmlformats.org/drawingml/2006/main">
              <a:ext uri="{FF2B5EF4-FFF2-40B4-BE49-F238E27FC236}">
                <a16:creationId xmlns:a16="http://schemas.microsoft.com/office/drawing/2014/main" id="{501B1907-64F4-47C2-B971-9885549E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925" y="1343025"/>
            <a:ext cx="2895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4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FUTURE ROADMAP</a:t>
            </a:r>
          </a:p>
        </p:txBody>
      </p:sp>
      <p:sp>
        <p:nvSpPr>
          <p:cNvPr id="51" name="Text 325: Planned after the working prototype">
            <a:extLst xmlns:a="http://schemas.openxmlformats.org/drawingml/2006/main">
              <a:ext uri="{FF2B5EF4-FFF2-40B4-BE49-F238E27FC236}">
                <a16:creationId xmlns:a16="http://schemas.microsoft.com/office/drawing/2014/main" id="{88839750-4C32-4EC0-81BD-380C7690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925" y="1752600"/>
            <a:ext cx="2895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Planned after the working prototype</a:t>
            </a:r>
          </a:p>
        </p:txBody>
      </p:sp>
      <p:pic>
        <p:nvPicPr>
          <p:cNvPr id="1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fdbafc20e84f04"/>
          <a:stretch xmlns:a="http://schemas.openxmlformats.org/drawingml/2006/main"/>
        </p:blipFill>
        <p:spPr>
          <a:xfrm xmlns:a="http://schemas.openxmlformats.org/drawingml/2006/main">
            <a:off x="1819275" y="2095500"/>
            <a:ext cx="2419350" cy="1504950"/>
          </a:xfrm>
          <a:prstGeom xmlns:a="http://schemas.openxmlformats.org/drawingml/2006/main" prst="rect">
            <a:avLst/>
          </a:prstGeom>
        </p:spPr>
      </p:pic>
      <p:pic>
        <p:nvPicPr>
          <p:cNvPr id="1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0b7df7e2948fe"/>
          <a:stretch xmlns:a="http://schemas.openxmlformats.org/drawingml/2006/main"/>
        </p:blipFill>
        <p:spPr>
          <a:xfrm xmlns:a="http://schemas.openxmlformats.org/drawingml/2006/main">
            <a:off x="6600825" y="2085975"/>
            <a:ext cx="3105150" cy="1590675"/>
          </a:xfrm>
          <a:prstGeom xmlns:a="http://schemas.openxmlformats.org/drawingml/2006/main" prst="rect">
            <a:avLst/>
          </a:prstGeom>
        </p:spPr>
      </p:pic>
      <p:pic>
        <p:nvPicPr>
          <p:cNvPr id="1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649c68c6db46bb"/>
          <a:stretch xmlns:a="http://schemas.openxmlformats.org/drawingml/2006/main"/>
        </p:blipFill>
        <p:spPr>
          <a:xfrm xmlns:a="http://schemas.openxmlformats.org/drawingml/2006/main">
            <a:off x="11534775" y="1266825"/>
            <a:ext cx="1076325" cy="657225"/>
          </a:xfrm>
          <a:prstGeom xmlns:a="http://schemas.openxmlformats.org/drawingml/2006/main" prst="rect">
            <a:avLst/>
          </a:prstGeom>
        </p:spPr>
      </p:pic>
      <p:pic>
        <p:nvPicPr>
          <p:cNvPr id="1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8c62fdb9ed4ee2"/>
          <a:stretch xmlns:a="http://schemas.openxmlformats.org/drawingml/2006/main"/>
        </p:blipFill>
        <p:spPr>
          <a:xfrm xmlns:a="http://schemas.openxmlformats.org/drawingml/2006/main">
            <a:off x="11287125" y="1924050"/>
            <a:ext cx="1323975" cy="704850"/>
          </a:xfrm>
          <a:prstGeom xmlns:a="http://schemas.openxmlformats.org/drawingml/2006/main" prst="rect">
            <a:avLst/>
          </a:prstGeom>
        </p:spPr>
      </p:pic>
      <p:pic>
        <p:nvPicPr>
          <p:cNvPr id="1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58f9903d734a35"/>
          <a:stretch xmlns:a="http://schemas.openxmlformats.org/drawingml/2006/main"/>
        </p:blipFill>
        <p:spPr>
          <a:xfrm xmlns:a="http://schemas.openxmlformats.org/drawingml/2006/main">
            <a:off x="533400" y="3714750"/>
            <a:ext cx="1295400" cy="1038225"/>
          </a:xfrm>
          <a:prstGeom xmlns:a="http://schemas.openxmlformats.org/drawingml/2006/main" prst="rect">
            <a:avLst/>
          </a:prstGeom>
        </p:spPr>
      </p:pic>
      <p:sp>
        <p:nvSpPr>
          <p:cNvPr id="57" name="Text 326: Academy &amp; school subscriptions">
            <a:extLst xmlns:a="http://schemas.openxmlformats.org/drawingml/2006/main">
              <a:ext uri="{FF2B5EF4-FFF2-40B4-BE49-F238E27FC236}">
                <a16:creationId xmlns:a16="http://schemas.microsoft.com/office/drawing/2014/main" id="{7083B5DE-1C95-4B17-83D2-059A4313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886200"/>
            <a:ext cx="3114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Academy &amp; school subscriptions</a:t>
            </a:r>
          </a:p>
        </p:txBody>
      </p:sp>
      <p:sp>
        <p:nvSpPr>
          <p:cNvPr id="58" name="Text 327: Team dashboards and batch assessment tools">
            <a:extLst xmlns:a="http://schemas.openxmlformats.org/drawingml/2006/main">
              <a:ext uri="{FF2B5EF4-FFF2-40B4-BE49-F238E27FC236}">
                <a16:creationId xmlns:a16="http://schemas.microsoft.com/office/drawing/2014/main" id="{34E70403-DF7F-4C0B-A845-E2448A4F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4219575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Team dashboards and batch</a:t>
            </a:r>
          </a:p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assessment tools</a:t>
            </a:r>
          </a:p>
        </p:txBody>
      </p:sp>
      <p:sp>
        <p:nvSpPr>
          <p:cNvPr id="59" name="Divider 328">
            <a:extLst xmlns:a="http://schemas.openxmlformats.org/drawingml/2006/main">
              <a:ext uri="{FF2B5EF4-FFF2-40B4-BE49-F238E27FC236}">
                <a16:creationId xmlns:a16="http://schemas.microsoft.com/office/drawing/2014/main" id="{B38AA356-9482-435B-8810-441E30C0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838700"/>
            <a:ext cx="4581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6282"/>
            </a:solidFill>
            <a:prstDash val="solid"/>
          </a:ln>
        </p:spPr>
      </p:sp>
      <p:pic>
        <p:nvPicPr>
          <p:cNvPr id="1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229852e7e9456f"/>
          <a:stretch xmlns:a="http://schemas.openxmlformats.org/drawingml/2006/main"/>
        </p:blipFill>
        <p:spPr>
          <a:xfrm xmlns:a="http://schemas.openxmlformats.org/drawingml/2006/main">
            <a:off x="504825" y="4962525"/>
            <a:ext cx="1333500" cy="1057275"/>
          </a:xfrm>
          <a:prstGeom xmlns:a="http://schemas.openxmlformats.org/drawingml/2006/main" prst="rect">
            <a:avLst/>
          </a:prstGeom>
        </p:spPr>
      </p:pic>
      <p:sp>
        <p:nvSpPr>
          <p:cNvPr id="61" name="Text 329: Coach workspace plans">
            <a:extLst xmlns:a="http://schemas.openxmlformats.org/drawingml/2006/main">
              <a:ext uri="{FF2B5EF4-FFF2-40B4-BE49-F238E27FC236}">
                <a16:creationId xmlns:a16="http://schemas.microsoft.com/office/drawing/2014/main" id="{4322D746-848E-47B5-955D-90ECB311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086350"/>
            <a:ext cx="3114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Coach workspace plans</a:t>
            </a:r>
          </a:p>
        </p:txBody>
      </p:sp>
      <p:sp>
        <p:nvSpPr>
          <p:cNvPr id="62" name="Text 330: Advanced scouting and squad management">
            <a:extLst xmlns:a="http://schemas.openxmlformats.org/drawingml/2006/main">
              <a:ext uri="{FF2B5EF4-FFF2-40B4-BE49-F238E27FC236}">
                <a16:creationId xmlns:a16="http://schemas.microsoft.com/office/drawing/2014/main" id="{C7B0E1F8-9484-4A9B-B278-932611D7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419725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Advanced scouting and squad</a:t>
            </a:r>
          </a:p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management</a:t>
            </a:r>
          </a:p>
        </p:txBody>
      </p:sp>
      <p:sp>
        <p:nvSpPr>
          <p:cNvPr id="63" name="Divider 331">
            <a:extLst xmlns:a="http://schemas.openxmlformats.org/drawingml/2006/main">
              <a:ext uri="{FF2B5EF4-FFF2-40B4-BE49-F238E27FC236}">
                <a16:creationId xmlns:a16="http://schemas.microsoft.com/office/drawing/2014/main" id="{A53CA9CB-D1CB-456A-8146-464ED515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038850"/>
            <a:ext cx="4581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6282"/>
            </a:solidFill>
            <a:prstDash val="solid"/>
          </a:ln>
        </p:spPr>
      </p:sp>
      <p:pic>
        <p:nvPicPr>
          <p:cNvPr id="1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ad827fd5dc4948"/>
          <a:stretch xmlns:a="http://schemas.openxmlformats.org/drawingml/2006/main"/>
        </p:blipFill>
        <p:spPr>
          <a:xfrm xmlns:a="http://schemas.openxmlformats.org/drawingml/2006/main">
            <a:off x="514350" y="6286500"/>
            <a:ext cx="1276350" cy="933450"/>
          </a:xfrm>
          <a:prstGeom xmlns:a="http://schemas.openxmlformats.org/drawingml/2006/main" prst="rect">
            <a:avLst/>
          </a:prstGeom>
        </p:spPr>
      </p:pic>
      <p:sp>
        <p:nvSpPr>
          <p:cNvPr id="65" name="Text 332: Sponsored assessment programs">
            <a:extLst xmlns:a="http://schemas.openxmlformats.org/drawingml/2006/main">
              <a:ext uri="{FF2B5EF4-FFF2-40B4-BE49-F238E27FC236}">
                <a16:creationId xmlns:a16="http://schemas.microsoft.com/office/drawing/2014/main" id="{ED569811-4231-46D6-88BC-B4905592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6267450"/>
            <a:ext cx="31146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Sponsored assessment</a:t>
            </a:r>
          </a:p>
          <a:p xmlns:a="http://schemas.openxmlformats.org/drawingml/2006/main">
            <a:pPr algn="l">
              <a:defRPr sz="18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programs</a:t>
            </a:r>
          </a:p>
        </p:txBody>
      </p:sp>
      <p:sp>
        <p:nvSpPr>
          <p:cNvPr id="66" name="Text 333: CSR-funded camps and community access">
            <a:extLst xmlns:a="http://schemas.openxmlformats.org/drawingml/2006/main">
              <a:ext uri="{FF2B5EF4-FFF2-40B4-BE49-F238E27FC236}">
                <a16:creationId xmlns:a16="http://schemas.microsoft.com/office/drawing/2014/main" id="{EE09ABCD-A150-4C19-9676-B64314A4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6819900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CSR-funded camps and</a:t>
            </a:r>
          </a:p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community access</a:t>
            </a:r>
          </a:p>
        </p:txBody>
      </p:sp>
      <p:sp>
        <p:nvSpPr>
          <p:cNvPr id="67" name="Text 334: Pricing and demand to be validated">
            <a:extLst xmlns:a="http://schemas.openxmlformats.org/drawingml/2006/main">
              <a:ext uri="{FF2B5EF4-FFF2-40B4-BE49-F238E27FC236}">
                <a16:creationId xmlns:a16="http://schemas.microsoft.com/office/drawing/2014/main" id="{F594BACC-3094-4A9C-83A2-266D7689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305675"/>
            <a:ext cx="3457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3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Pricing and demand to be validated</a:t>
            </a:r>
          </a:p>
        </p:txBody>
      </p:sp>
      <p:sp>
        <p:nvSpPr>
          <p:cNvPr id="68" name="Panel 335">
            <a:extLst xmlns:a="http://schemas.openxmlformats.org/drawingml/2006/main">
              <a:ext uri="{FF2B5EF4-FFF2-40B4-BE49-F238E27FC236}">
                <a16:creationId xmlns:a16="http://schemas.microsoft.com/office/drawing/2014/main" id="{C73CE1E4-6CD3-468C-A452-4B9C7312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7534275"/>
            <a:ext cx="4914900" cy="619125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00302F"/>
          </a:solidFill>
          <a:ln xmlns:a="http://schemas.openxmlformats.org/drawingml/2006/main" w="12383">
            <a:solidFill>
              <a:srgbClr val="50F4BC"/>
            </a:solidFill>
            <a:prstDash val="solid"/>
          </a:ln>
        </p:spPr>
      </p:sp>
      <p:pic>
        <p:nvPicPr>
          <p:cNvPr id="1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bca6533dba459f"/>
          <a:stretch xmlns:a="http://schemas.openxmlformats.org/drawingml/2006/main"/>
        </p:blipFill>
        <p:spPr>
          <a:xfrm xmlns:a="http://schemas.openxmlformats.org/drawingml/2006/main">
            <a:off x="752475" y="7591425"/>
            <a:ext cx="552450" cy="495300"/>
          </a:xfrm>
          <a:prstGeom xmlns:a="http://schemas.openxmlformats.org/drawingml/2006/main" prst="rect">
            <a:avLst/>
          </a:prstGeom>
        </p:spPr>
      </p:pic>
      <p:sp>
        <p:nvSpPr>
          <p:cNvPr id="70" name="Text 336: FREE FOR ATHLETES, ALWAYS">
            <a:extLst xmlns:a="http://schemas.openxmlformats.org/drawingml/2006/main">
              <a:ext uri="{FF2B5EF4-FFF2-40B4-BE49-F238E27FC236}">
                <a16:creationId xmlns:a16="http://schemas.microsoft.com/office/drawing/2014/main" id="{E31E4FB2-D2B1-4106-88D0-169EA871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7743825"/>
            <a:ext cx="35337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0F4BC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50F4BC"/>
                </a:solidFill>
                <a:latin typeface="Arial Narrow"/>
                <a:ea typeface="Arial Narrow"/>
                <a:cs typeface="Arial Narrow"/>
              </a:rPr>
              <a:t>FREE FOR ATHLETES, ALWAYS</a:t>
            </a:r>
          </a:p>
        </p:txBody>
      </p:sp>
      <p:pic>
        <p:nvPicPr>
          <p:cNvPr id="1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838d8ccbe347f6"/>
          <a:stretch xmlns:a="http://schemas.openxmlformats.org/drawingml/2006/main"/>
        </p:blipFill>
        <p:spPr>
          <a:xfrm xmlns:a="http://schemas.openxmlformats.org/drawingml/2006/main">
            <a:off x="6000750" y="3562350"/>
            <a:ext cx="1343025" cy="1219200"/>
          </a:xfrm>
          <a:prstGeom xmlns:a="http://schemas.openxmlformats.org/drawingml/2006/main" prst="rect">
            <a:avLst/>
          </a:prstGeom>
        </p:spPr>
      </p:pic>
      <p:sp>
        <p:nvSpPr>
          <p:cNvPr id="72" name="Text 337: PRIMARY USERS">
            <a:extLst xmlns:a="http://schemas.openxmlformats.org/drawingml/2006/main">
              <a:ext uri="{FF2B5EF4-FFF2-40B4-BE49-F238E27FC236}">
                <a16:creationId xmlns:a16="http://schemas.microsoft.com/office/drawing/2014/main" id="{27609BD8-EF92-43BE-9378-28155106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005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PRIMARY USERS</a:t>
            </a:r>
          </a:p>
        </p:txBody>
      </p:sp>
      <p:sp>
        <p:nvSpPr>
          <p:cNvPr id="73" name="Text 338: Student and grassroots athletes">
            <a:extLst xmlns:a="http://schemas.openxmlformats.org/drawingml/2006/main">
              <a:ext uri="{FF2B5EF4-FFF2-40B4-BE49-F238E27FC236}">
                <a16:creationId xmlns:a16="http://schemas.microsoft.com/office/drawing/2014/main" id="{E53AE255-20DB-43DB-A28F-A8330A9E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33875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Student and grassroots</a:t>
            </a:r>
          </a:p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athletes</a:t>
            </a:r>
          </a:p>
        </p:txBody>
      </p:sp>
      <p:sp>
        <p:nvSpPr>
          <p:cNvPr id="74" name="Divider 339">
            <a:extLst xmlns:a="http://schemas.openxmlformats.org/drawingml/2006/main">
              <a:ext uri="{FF2B5EF4-FFF2-40B4-BE49-F238E27FC236}">
                <a16:creationId xmlns:a16="http://schemas.microsoft.com/office/drawing/2014/main" id="{6CE439D3-F614-46D7-99D5-260B5126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914900"/>
            <a:ext cx="449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6282"/>
            </a:solidFill>
            <a:prstDash val="solid"/>
          </a:ln>
        </p:spPr>
      </p:sp>
      <p:pic>
        <p:nvPicPr>
          <p:cNvPr id="1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f653ad507c4c68"/>
          <a:stretch xmlns:a="http://schemas.openxmlformats.org/drawingml/2006/main"/>
        </p:blipFill>
        <p:spPr>
          <a:xfrm xmlns:a="http://schemas.openxmlformats.org/drawingml/2006/main">
            <a:off x="5848350" y="4972050"/>
            <a:ext cx="1438275" cy="1104900"/>
          </a:xfrm>
          <a:prstGeom xmlns:a="http://schemas.openxmlformats.org/drawingml/2006/main" prst="rect">
            <a:avLst/>
          </a:prstGeom>
        </p:spPr>
      </p:pic>
      <p:sp>
        <p:nvSpPr>
          <p:cNvPr id="76" name="Text 340: PAYING CUSTOMERS">
            <a:extLst xmlns:a="http://schemas.openxmlformats.org/drawingml/2006/main">
              <a:ext uri="{FF2B5EF4-FFF2-40B4-BE49-F238E27FC236}">
                <a16:creationId xmlns:a16="http://schemas.microsoft.com/office/drawing/2014/main" id="{8E01DC6D-1B8B-4048-8AA0-12A166A1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911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PAYING CUSTOMERS</a:t>
            </a:r>
          </a:p>
        </p:txBody>
      </p:sp>
      <p:sp>
        <p:nvSpPr>
          <p:cNvPr id="77" name="Text 341: Academies, schools and professional coaches">
            <a:extLst xmlns:a="http://schemas.openxmlformats.org/drawingml/2006/main">
              <a:ext uri="{FF2B5EF4-FFF2-40B4-BE49-F238E27FC236}">
                <a16:creationId xmlns:a16="http://schemas.microsoft.com/office/drawing/2014/main" id="{A9BBD64C-7DAF-41FA-9D5E-D93AE16C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5245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Academies, schools and</a:t>
            </a:r>
          </a:p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professional coaches</a:t>
            </a:r>
          </a:p>
        </p:txBody>
      </p:sp>
      <p:sp>
        <p:nvSpPr>
          <p:cNvPr id="78" name="Divider 342">
            <a:extLst xmlns:a="http://schemas.openxmlformats.org/drawingml/2006/main">
              <a:ext uri="{FF2B5EF4-FFF2-40B4-BE49-F238E27FC236}">
                <a16:creationId xmlns:a16="http://schemas.microsoft.com/office/drawing/2014/main" id="{90C66C5B-22A0-4E58-9D9C-BB2E8FA0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6105525"/>
            <a:ext cx="449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6282"/>
            </a:solidFill>
            <a:prstDash val="solid"/>
          </a:ln>
        </p:spPr>
      </p:sp>
      <p:pic>
        <p:nvPicPr>
          <p:cNvPr id="1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0b32afd0147b5"/>
          <a:stretch xmlns:a="http://schemas.openxmlformats.org/drawingml/2006/main"/>
        </p:blipFill>
        <p:spPr>
          <a:xfrm xmlns:a="http://schemas.openxmlformats.org/drawingml/2006/main">
            <a:off x="5819775" y="6115050"/>
            <a:ext cx="1533525" cy="1200150"/>
          </a:xfrm>
          <a:prstGeom xmlns:a="http://schemas.openxmlformats.org/drawingml/2006/main" prst="rect">
            <a:avLst/>
          </a:prstGeom>
        </p:spPr>
      </p:pic>
      <p:sp>
        <p:nvSpPr>
          <p:cNvPr id="80" name="Text 343: INITIAL ENTRY">
            <a:extLst xmlns:a="http://schemas.openxmlformats.org/drawingml/2006/main">
              <a:ext uri="{FF2B5EF4-FFF2-40B4-BE49-F238E27FC236}">
                <a16:creationId xmlns:a16="http://schemas.microsoft.com/office/drawing/2014/main" id="{40963F08-C038-4654-BD41-8AB1D989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4103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INITIAL ENTRY</a:t>
            </a:r>
          </a:p>
        </p:txBody>
      </p:sp>
      <p:sp>
        <p:nvSpPr>
          <p:cNvPr id="81" name="Text 344: Pilot with local cricket academies">
            <a:extLst xmlns:a="http://schemas.openxmlformats.org/drawingml/2006/main">
              <a:ext uri="{FF2B5EF4-FFF2-40B4-BE49-F238E27FC236}">
                <a16:creationId xmlns:a16="http://schemas.microsoft.com/office/drawing/2014/main" id="{1BB78D0D-11DF-4390-BEBB-9651C3F9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7437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Pilot with local cricket</a:t>
            </a:r>
          </a:p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academies</a:t>
            </a:r>
          </a:p>
        </p:txBody>
      </p:sp>
      <p:sp>
        <p:nvSpPr>
          <p:cNvPr id="82" name="Panel 345">
            <a:extLst xmlns:a="http://schemas.openxmlformats.org/drawingml/2006/main">
              <a:ext uri="{FF2B5EF4-FFF2-40B4-BE49-F238E27FC236}">
                <a16:creationId xmlns:a16="http://schemas.microsoft.com/office/drawing/2014/main" id="{1799C02E-8E01-4370-8987-5C901F10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7343775"/>
            <a:ext cx="4829175" cy="561975"/>
          </a:xfrm>
          <a:prstGeom xmlns:a="http://schemas.openxmlformats.org/drawingml/2006/main" prst="roundRect">
            <a:avLst>
              <a:gd name="adj" fmla="val 22034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2383">
            <a:solidFill>
              <a:srgbClr val="20E7FA"/>
            </a:solidFill>
            <a:prstDash val="solid"/>
          </a:ln>
        </p:spPr>
      </p:sp>
      <p:pic>
        <p:nvPicPr>
          <p:cNvPr id="1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9eee7f05b64f5f"/>
          <a:stretch xmlns:a="http://schemas.openxmlformats.org/drawingml/2006/main"/>
        </p:blipFill>
        <p:spPr>
          <a:xfrm xmlns:a="http://schemas.openxmlformats.org/drawingml/2006/main">
            <a:off x="5791200" y="7400925"/>
            <a:ext cx="495300" cy="457200"/>
          </a:xfrm>
          <a:prstGeom xmlns:a="http://schemas.openxmlformats.org/drawingml/2006/main" prst="rect">
            <a:avLst/>
          </a:prstGeom>
        </p:spPr>
      </p:pic>
      <p:sp>
        <p:nvSpPr>
          <p:cNvPr id="84" name="Text 346: Phone-based assessment with coach discovery">
            <a:extLst xmlns:a="http://schemas.openxmlformats.org/drawingml/2006/main">
              <a:ext uri="{FF2B5EF4-FFF2-40B4-BE49-F238E27FC236}">
                <a16:creationId xmlns:a16="http://schemas.microsoft.com/office/drawing/2014/main" id="{EF6AB193-9AF0-4F82-9576-F206B59F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7515225"/>
            <a:ext cx="3933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4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Phone-based assessment with coach discovery</a:t>
            </a:r>
          </a:p>
        </p:txBody>
      </p:sp>
      <p:sp>
        <p:nvSpPr>
          <p:cNvPr id="85" name="Text 347: Target segments, not validated market size">
            <a:extLst xmlns:a="http://schemas.openxmlformats.org/drawingml/2006/main">
              <a:ext uri="{FF2B5EF4-FFF2-40B4-BE49-F238E27FC236}">
                <a16:creationId xmlns:a16="http://schemas.microsoft.com/office/drawing/2014/main" id="{E86F98D7-7165-4C43-94DD-AF84CC63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7962900"/>
            <a:ext cx="3800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Target segments, not validated market size</a:t>
            </a:r>
          </a:p>
        </p:txBody>
      </p:sp>
      <p:sp>
        <p:nvSpPr>
          <p:cNvPr id="86" name="Divider 348">
            <a:extLst xmlns:a="http://schemas.openxmlformats.org/drawingml/2006/main">
              <a:ext uri="{FF2B5EF4-FFF2-40B4-BE49-F238E27FC236}">
                <a16:creationId xmlns:a16="http://schemas.microsoft.com/office/drawing/2014/main" id="{14E2E648-4F9B-44AF-9817-EB6ED533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09850"/>
            <a:ext cx="0" cy="5295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E7FA"/>
            </a:solidFill>
            <a:prstDash val="solid"/>
          </a:ln>
        </p:spPr>
      </p:sp>
      <p:sp>
        <p:nvSpPr>
          <p:cNvPr id="87" name="Circle 349">
            <a:extLst xmlns:a="http://schemas.openxmlformats.org/drawingml/2006/main">
              <a:ext uri="{FF2B5EF4-FFF2-40B4-BE49-F238E27FC236}">
                <a16:creationId xmlns:a16="http://schemas.microsoft.com/office/drawing/2014/main" id="{B90EF5C2-9846-474A-9461-43F89E4D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30003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82A"/>
          </a:solidFill>
          <a:ln xmlns:a="http://schemas.openxmlformats.org/drawingml/2006/main" w="28575">
            <a:solidFill>
              <a:srgbClr val="20E7FA"/>
            </a:solidFill>
          </a:ln>
        </p:spPr>
      </p:sp>
      <p:sp>
        <p:nvSpPr>
          <p:cNvPr id="88" name="Text 350: 1">
            <a:extLst xmlns:a="http://schemas.openxmlformats.org/drawingml/2006/main">
              <a:ext uri="{FF2B5EF4-FFF2-40B4-BE49-F238E27FC236}">
                <a16:creationId xmlns:a16="http://schemas.microsoft.com/office/drawing/2014/main" id="{AAEEBA14-AF5D-43BD-A05B-82128194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3038475"/>
            <a:ext cx="476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55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1</a:t>
            </a:r>
          </a:p>
        </p:txBody>
      </p:sp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3127fd9dc845d4"/>
          <a:stretch xmlns:a="http://schemas.openxmlformats.org/drawingml/2006/main"/>
        </p:blipFill>
        <p:spPr>
          <a:xfrm xmlns:a="http://schemas.openxmlformats.org/drawingml/2006/main">
            <a:off x="11715750" y="2771775"/>
            <a:ext cx="1143000" cy="1057275"/>
          </a:xfrm>
          <a:prstGeom xmlns:a="http://schemas.openxmlformats.org/drawingml/2006/main" prst="rect">
            <a:avLst/>
          </a:prstGeom>
        </p:spPr>
      </p:pic>
      <p:sp>
        <p:nvSpPr>
          <p:cNvPr id="90" name="Text 351: VALIDATE">
            <a:extLst xmlns:a="http://schemas.openxmlformats.org/drawingml/2006/main">
              <a:ext uri="{FF2B5EF4-FFF2-40B4-BE49-F238E27FC236}">
                <a16:creationId xmlns:a16="http://schemas.microsoft.com/office/drawing/2014/main" id="{31164907-7FFE-43C5-96FC-A329ABED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725" y="289560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VALIDATE</a:t>
            </a:r>
          </a:p>
        </p:txBody>
      </p:sp>
      <p:sp>
        <p:nvSpPr>
          <p:cNvPr id="91" name="Text 352: Labelled athlete data and score calibration">
            <a:extLst xmlns:a="http://schemas.openxmlformats.org/drawingml/2006/main">
              <a:ext uri="{FF2B5EF4-FFF2-40B4-BE49-F238E27FC236}">
                <a16:creationId xmlns:a16="http://schemas.microsoft.com/office/drawing/2014/main" id="{82B81EB1-0D33-4219-8498-E8A558EB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725" y="3257550"/>
            <a:ext cx="2514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Labelled athlete data and</a:t>
            </a:r>
          </a:p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score calibration</a:t>
            </a:r>
          </a:p>
        </p:txBody>
      </p:sp>
      <p:sp>
        <p:nvSpPr>
          <p:cNvPr id="92" name="Divider 353">
            <a:extLst xmlns:a="http://schemas.openxmlformats.org/drawingml/2006/main">
              <a:ext uri="{FF2B5EF4-FFF2-40B4-BE49-F238E27FC236}">
                <a16:creationId xmlns:a16="http://schemas.microsoft.com/office/drawing/2014/main" id="{06DD498D-1D29-46BE-9B95-4EC1B67B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3943350"/>
            <a:ext cx="3743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6282"/>
            </a:solidFill>
            <a:prstDash val="solid"/>
          </a:ln>
        </p:spPr>
      </p:sp>
      <p:sp>
        <p:nvSpPr>
          <p:cNvPr id="93" name="Circle 354">
            <a:extLst xmlns:a="http://schemas.openxmlformats.org/drawingml/2006/main">
              <a:ext uri="{FF2B5EF4-FFF2-40B4-BE49-F238E27FC236}">
                <a16:creationId xmlns:a16="http://schemas.microsoft.com/office/drawing/2014/main" id="{38C5D899-FBF2-49BC-94F6-13DE323F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3719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82A"/>
          </a:solidFill>
          <a:ln xmlns:a="http://schemas.openxmlformats.org/drawingml/2006/main" w="28575">
            <a:solidFill>
              <a:srgbClr val="20E7FA"/>
            </a:solidFill>
          </a:ln>
        </p:spPr>
      </p:sp>
      <p:sp>
        <p:nvSpPr>
          <p:cNvPr id="94" name="Text 355: 2">
            <a:extLst xmlns:a="http://schemas.openxmlformats.org/drawingml/2006/main">
              <a:ext uri="{FF2B5EF4-FFF2-40B4-BE49-F238E27FC236}">
                <a16:creationId xmlns:a16="http://schemas.microsoft.com/office/drawing/2014/main" id="{40BE30F4-3208-4910-8043-66554FBC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410075"/>
            <a:ext cx="476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55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2</a:t>
            </a:r>
          </a:p>
        </p:txBody>
      </p:sp>
      <p:pic>
        <p:nvPicPr>
          <p:cNvPr id="2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0e24fbf7cb4a19"/>
          <a:stretch xmlns:a="http://schemas.openxmlformats.org/drawingml/2006/main"/>
        </p:blipFill>
        <p:spPr>
          <a:xfrm xmlns:a="http://schemas.openxmlformats.org/drawingml/2006/main">
            <a:off x="11734800" y="4105275"/>
            <a:ext cx="1152525" cy="1009650"/>
          </a:xfrm>
          <a:prstGeom xmlns:a="http://schemas.openxmlformats.org/drawingml/2006/main" prst="rect">
            <a:avLst/>
          </a:prstGeom>
        </p:spPr>
      </p:pic>
      <p:sp>
        <p:nvSpPr>
          <p:cNvPr id="96" name="Text 356: SPECIALISE">
            <a:extLst xmlns:a="http://schemas.openxmlformats.org/drawingml/2006/main">
              <a:ext uri="{FF2B5EF4-FFF2-40B4-BE49-F238E27FC236}">
                <a16:creationId xmlns:a16="http://schemas.microsoft.com/office/drawing/2014/main" id="{55C88D6F-BDF9-4BB3-B7F3-C23A05F8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725" y="426720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SPECIALISE</a:t>
            </a:r>
          </a:p>
        </p:txBody>
      </p:sp>
      <p:sp>
        <p:nvSpPr>
          <p:cNvPr id="97" name="Text 357: Deep cricket analysis and sport-specific models">
            <a:extLst xmlns:a="http://schemas.openxmlformats.org/drawingml/2006/main">
              <a:ext uri="{FF2B5EF4-FFF2-40B4-BE49-F238E27FC236}">
                <a16:creationId xmlns:a16="http://schemas.microsoft.com/office/drawing/2014/main" id="{FE5ED2AE-5E38-4DC1-9290-291E9468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725" y="4629150"/>
            <a:ext cx="2514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Deep cricket analysis and</a:t>
            </a:r>
          </a:p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sport-specific models</a:t>
            </a:r>
          </a:p>
        </p:txBody>
      </p:sp>
      <p:sp>
        <p:nvSpPr>
          <p:cNvPr id="98" name="Divider 358">
            <a:extLst xmlns:a="http://schemas.openxmlformats.org/drawingml/2006/main">
              <a:ext uri="{FF2B5EF4-FFF2-40B4-BE49-F238E27FC236}">
                <a16:creationId xmlns:a16="http://schemas.microsoft.com/office/drawing/2014/main" id="{B2835B7D-1CB3-490E-83C3-5C658DF0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5314950"/>
            <a:ext cx="3743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6282"/>
            </a:solidFill>
            <a:prstDash val="solid"/>
          </a:ln>
        </p:spPr>
      </p:sp>
      <p:sp>
        <p:nvSpPr>
          <p:cNvPr id="99" name="Circle 359">
            <a:extLst xmlns:a="http://schemas.openxmlformats.org/drawingml/2006/main">
              <a:ext uri="{FF2B5EF4-FFF2-40B4-BE49-F238E27FC236}">
                <a16:creationId xmlns:a16="http://schemas.microsoft.com/office/drawing/2014/main" id="{EB59F0EA-BF1C-49A3-A0B2-8C44B2FC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57150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82A"/>
          </a:solidFill>
          <a:ln xmlns:a="http://schemas.openxmlformats.org/drawingml/2006/main" w="28575">
            <a:solidFill>
              <a:srgbClr val="20E7FA"/>
            </a:solidFill>
          </a:ln>
        </p:spPr>
      </p:sp>
      <p:sp>
        <p:nvSpPr>
          <p:cNvPr id="100" name="Text 360: 3">
            <a:extLst xmlns:a="http://schemas.openxmlformats.org/drawingml/2006/main">
              <a:ext uri="{FF2B5EF4-FFF2-40B4-BE49-F238E27FC236}">
                <a16:creationId xmlns:a16="http://schemas.microsoft.com/office/drawing/2014/main" id="{126C96E0-C5CE-4261-A64F-7E255EDB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5753100"/>
            <a:ext cx="476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55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3</a:t>
            </a:r>
          </a:p>
        </p:txBody>
      </p:sp>
      <p:pic>
        <p:nvPicPr>
          <p:cNvPr id="2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19ffec75a44bbf"/>
          <a:stretch xmlns:a="http://schemas.openxmlformats.org/drawingml/2006/main"/>
        </p:blipFill>
        <p:spPr>
          <a:xfrm xmlns:a="http://schemas.openxmlformats.org/drawingml/2006/main">
            <a:off x="11677650" y="5448300"/>
            <a:ext cx="1304925" cy="971550"/>
          </a:xfrm>
          <a:prstGeom xmlns:a="http://schemas.openxmlformats.org/drawingml/2006/main" prst="rect">
            <a:avLst/>
          </a:prstGeom>
        </p:spPr>
      </p:pic>
      <p:sp>
        <p:nvSpPr>
          <p:cNvPr id="102" name="Text 361: EXPAND">
            <a:extLst xmlns:a="http://schemas.openxmlformats.org/drawingml/2006/main">
              <a:ext uri="{FF2B5EF4-FFF2-40B4-BE49-F238E27FC236}">
                <a16:creationId xmlns:a16="http://schemas.microsoft.com/office/drawing/2014/main" id="{48A38ACA-2DA8-44EF-9B1B-0308A927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725" y="5610225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EXPAND</a:t>
            </a:r>
          </a:p>
        </p:txBody>
      </p:sp>
      <p:sp>
        <p:nvSpPr>
          <p:cNvPr id="103" name="Text 362: Academy dashboards and institutional pilots">
            <a:extLst xmlns:a="http://schemas.openxmlformats.org/drawingml/2006/main">
              <a:ext uri="{FF2B5EF4-FFF2-40B4-BE49-F238E27FC236}">
                <a16:creationId xmlns:a16="http://schemas.microsoft.com/office/drawing/2014/main" id="{1DBA79B7-C12D-496D-A472-A61AB360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725" y="5972175"/>
            <a:ext cx="2514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Academy dashboards and</a:t>
            </a:r>
          </a:p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institutional pilots</a:t>
            </a:r>
          </a:p>
        </p:txBody>
      </p:sp>
      <p:sp>
        <p:nvSpPr>
          <p:cNvPr id="104" name="Divider 363">
            <a:extLst xmlns:a="http://schemas.openxmlformats.org/drawingml/2006/main">
              <a:ext uri="{FF2B5EF4-FFF2-40B4-BE49-F238E27FC236}">
                <a16:creationId xmlns:a16="http://schemas.microsoft.com/office/drawing/2014/main" id="{4515A4B9-AEAA-439F-B70B-FBC994E0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6657975"/>
            <a:ext cx="3743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6282"/>
            </a:solidFill>
            <a:prstDash val="solid"/>
          </a:ln>
        </p:spPr>
      </p:sp>
      <p:sp>
        <p:nvSpPr>
          <p:cNvPr id="105" name="Circle 364">
            <a:extLst xmlns:a="http://schemas.openxmlformats.org/drawingml/2006/main">
              <a:ext uri="{FF2B5EF4-FFF2-40B4-BE49-F238E27FC236}">
                <a16:creationId xmlns:a16="http://schemas.microsoft.com/office/drawing/2014/main" id="{B522A95E-7309-4E59-8D60-6297E67E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70294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82A"/>
          </a:solidFill>
          <a:ln xmlns:a="http://schemas.openxmlformats.org/drawingml/2006/main" w="28575">
            <a:solidFill>
              <a:srgbClr val="20E7FA"/>
            </a:solidFill>
          </a:ln>
        </p:spPr>
      </p:sp>
      <p:sp>
        <p:nvSpPr>
          <p:cNvPr id="106" name="Text 365: 4">
            <a:extLst xmlns:a="http://schemas.openxmlformats.org/drawingml/2006/main">
              <a:ext uri="{FF2B5EF4-FFF2-40B4-BE49-F238E27FC236}">
                <a16:creationId xmlns:a16="http://schemas.microsoft.com/office/drawing/2014/main" id="{89F078A3-15AC-4388-B612-873CC8ED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7067550"/>
            <a:ext cx="476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55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4</a:t>
            </a:r>
          </a:p>
        </p:txBody>
      </p:sp>
      <p:pic>
        <p:nvPicPr>
          <p:cNvPr id="2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3f530f388944c6"/>
          <a:stretch xmlns:a="http://schemas.openxmlformats.org/drawingml/2006/main"/>
        </p:blipFill>
        <p:spPr>
          <a:xfrm xmlns:a="http://schemas.openxmlformats.org/drawingml/2006/main">
            <a:off x="11744325" y="6772275"/>
            <a:ext cx="1181100" cy="1143000"/>
          </a:xfrm>
          <a:prstGeom xmlns:a="http://schemas.openxmlformats.org/drawingml/2006/main" prst="rect">
            <a:avLst/>
          </a:prstGeom>
        </p:spPr>
      </p:pic>
      <p:sp>
        <p:nvSpPr>
          <p:cNvPr id="108" name="Text 366: LOCALISE">
            <a:extLst xmlns:a="http://schemas.openxmlformats.org/drawingml/2006/main">
              <a:ext uri="{FF2B5EF4-FFF2-40B4-BE49-F238E27FC236}">
                <a16:creationId xmlns:a16="http://schemas.microsoft.com/office/drawing/2014/main" id="{00074C16-A559-4CBD-9320-C2AFC663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725" y="6924675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LOCALISE</a:t>
            </a:r>
          </a:p>
        </p:txBody>
      </p:sp>
      <p:sp>
        <p:nvSpPr>
          <p:cNvPr id="109" name="Text 367: Native mobile app and regional languages">
            <a:extLst xmlns:a="http://schemas.openxmlformats.org/drawingml/2006/main">
              <a:ext uri="{FF2B5EF4-FFF2-40B4-BE49-F238E27FC236}">
                <a16:creationId xmlns:a16="http://schemas.microsoft.com/office/drawing/2014/main" id="{0516B48F-2CC7-4F4C-BDD0-3567F4D6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725" y="7286625"/>
            <a:ext cx="2514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Native mobile app and</a:t>
            </a:r>
          </a:p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regional languages</a:t>
            </a:r>
          </a:p>
        </p:txBody>
      </p:sp>
      <p:sp>
        <p:nvSpPr>
          <p:cNvPr id="110" name="Panel 368">
            <a:extLst xmlns:a="http://schemas.openxmlformats.org/drawingml/2006/main">
              <a:ext uri="{FF2B5EF4-FFF2-40B4-BE49-F238E27FC236}">
                <a16:creationId xmlns:a16="http://schemas.microsoft.com/office/drawing/2014/main" id="{991497D1-A16F-4F71-9D79-DBD074B6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296275"/>
            <a:ext cx="15516225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3335">
            <a:solidFill>
              <a:srgbClr val="20E7FA"/>
            </a:solidFill>
            <a:prstDash val="solid"/>
          </a:ln>
        </p:spPr>
      </p:sp>
      <p:pic>
        <p:nvPicPr>
          <p:cNvPr id="2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a04cab219745a6"/>
          <a:stretch xmlns:a="http://schemas.openxmlformats.org/drawingml/2006/main"/>
        </p:blipFill>
        <p:spPr>
          <a:xfrm xmlns:a="http://schemas.openxmlformats.org/drawingml/2006/main">
            <a:off x="438150" y="8353425"/>
            <a:ext cx="381000" cy="438150"/>
          </a:xfrm>
          <a:prstGeom xmlns:a="http://schemas.openxmlformats.org/drawingml/2006/main" prst="rect">
            <a:avLst/>
          </a:prstGeom>
        </p:spPr>
      </p:pic>
      <p:sp>
        <p:nvSpPr>
          <p:cNvPr id="112" name="Text 369: Privacy-first growth. Raw training video stays on the device.">
            <a:extLst xmlns:a="http://schemas.openxmlformats.org/drawingml/2006/main">
              <a:ext uri="{FF2B5EF4-FFF2-40B4-BE49-F238E27FC236}">
                <a16:creationId xmlns:a16="http://schemas.microsoft.com/office/drawing/2014/main" id="{FA61B2B2-12F7-4398-8958-C30AB5D4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4486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Privacy-first growth. Raw training video stays on the device.</a:t>
            </a:r>
          </a:p>
        </p:txBody>
      </p:sp>
      <p:sp>
        <p:nvSpPr>
          <p:cNvPr id="113" name="Divider 370">
            <a:extLst xmlns:a="http://schemas.openxmlformats.org/drawingml/2006/main">
              <a:ext uri="{FF2B5EF4-FFF2-40B4-BE49-F238E27FC236}">
                <a16:creationId xmlns:a16="http://schemas.microsoft.com/office/drawing/2014/main" id="{9F344DDF-4479-4945-B268-3CA52431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840105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0E7FA"/>
            </a:solidFill>
            <a:prstDash val="solid"/>
          </a:ln>
        </p:spPr>
      </p:sp>
      <p:sp>
        <p:nvSpPr>
          <p:cNvPr id="114" name="Text 371: ↗">
            <a:extLst xmlns:a="http://schemas.openxmlformats.org/drawingml/2006/main">
              <a:ext uri="{FF2B5EF4-FFF2-40B4-BE49-F238E27FC236}">
                <a16:creationId xmlns:a16="http://schemas.microsoft.com/office/drawing/2014/main" id="{45530DFE-4131-4ADE-A5AE-7CBBE97C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8391525"/>
            <a:ext cx="409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7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↗</a:t>
            </a:r>
          </a:p>
        </p:txBody>
      </p:sp>
      <p:sp>
        <p:nvSpPr>
          <p:cNvPr id="115" name="Text 372: athletixai.onrender.com">
            <a:extLst xmlns:a="http://schemas.openxmlformats.org/drawingml/2006/main">
              <a:ext uri="{FF2B5EF4-FFF2-40B4-BE49-F238E27FC236}">
                <a16:creationId xmlns:a16="http://schemas.microsoft.com/office/drawing/2014/main" id="{218C0D6C-DAEA-4349-A0E4-9AAB31F8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8448675"/>
            <a:ext cx="2419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1">
                <a:solidFill>
                  <a:srgbClr val="20E7FA"/>
                </a:solidFill>
                <a:latin typeface="Arial Narrow"/>
                <a:ea typeface="Arial Narrow"/>
                <a:cs typeface="Arial Narrow"/>
                <a:hlinkClick xmlns:r="http://schemas.openxmlformats.org/officeDocument/2006/relationships" r:id="R806bf048c53641d3"/>
              </a:rPr>
              <a:t>athletixai.onrender.com</a:t>
            </a:r>
          </a:p>
        </p:txBody>
      </p:sp>
    </p:spTree>
    <p:extLst>
      <p:ext uri="{BB962C8B-B14F-4D97-AF65-F5344CB8AC3E}">
        <p14:creationId xmlns:p14="http://schemas.microsoft.com/office/powerpoint/2010/main" val="15260553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15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700cacdade4c96"/>
          <a:stretch xmlns:a="http://schemas.openxmlformats.org/drawingml/2006/main"/>
        </p:blipFill>
        <p:spPr>
          <a:xfrm xmlns:a="http://schemas.openxmlformats.org/drawingml/2006/main">
            <a:off x="0" y="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16b08186824bf5"/>
          <a:stretch xmlns:a="http://schemas.openxmlformats.org/drawingml/2006/main"/>
        </p:blipFill>
        <p:spPr>
          <a:xfrm xmlns:a="http://schemas.openxmlformats.org/drawingml/2006/main">
            <a:off x="0" y="2952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81c6e13ea34424"/>
          <a:stretch xmlns:a="http://schemas.openxmlformats.org/drawingml/2006/main"/>
        </p:blipFill>
        <p:spPr>
          <a:xfrm xmlns:a="http://schemas.openxmlformats.org/drawingml/2006/main">
            <a:off x="0" y="5905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a47aa9fc714203"/>
          <a:stretch xmlns:a="http://schemas.openxmlformats.org/drawingml/2006/main"/>
        </p:blipFill>
        <p:spPr>
          <a:xfrm xmlns:a="http://schemas.openxmlformats.org/drawingml/2006/main">
            <a:off x="0" y="8858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225b637f2a496c"/>
          <a:stretch xmlns:a="http://schemas.openxmlformats.org/drawingml/2006/main"/>
        </p:blipFill>
        <p:spPr>
          <a:xfrm xmlns:a="http://schemas.openxmlformats.org/drawingml/2006/main">
            <a:off x="0" y="11811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af9a5346f04de4"/>
          <a:stretch xmlns:a="http://schemas.openxmlformats.org/drawingml/2006/main"/>
        </p:blipFill>
        <p:spPr>
          <a:xfrm xmlns:a="http://schemas.openxmlformats.org/drawingml/2006/main">
            <a:off x="0" y="14763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0b4d517360491c"/>
          <a:stretch xmlns:a="http://schemas.openxmlformats.org/drawingml/2006/main"/>
        </p:blipFill>
        <p:spPr>
          <a:xfrm xmlns:a="http://schemas.openxmlformats.org/drawingml/2006/main">
            <a:off x="0" y="17716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e18404d9954107"/>
          <a:stretch xmlns:a="http://schemas.openxmlformats.org/drawingml/2006/main"/>
        </p:blipFill>
        <p:spPr>
          <a:xfrm xmlns:a="http://schemas.openxmlformats.org/drawingml/2006/main">
            <a:off x="0" y="20669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ee473293ab4b14"/>
          <a:stretch xmlns:a="http://schemas.openxmlformats.org/drawingml/2006/main"/>
        </p:blipFill>
        <p:spPr>
          <a:xfrm xmlns:a="http://schemas.openxmlformats.org/drawingml/2006/main">
            <a:off x="0" y="23622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30bdbce26441ec"/>
          <a:stretch xmlns:a="http://schemas.openxmlformats.org/drawingml/2006/main"/>
        </p:blipFill>
        <p:spPr>
          <a:xfrm xmlns:a="http://schemas.openxmlformats.org/drawingml/2006/main">
            <a:off x="0" y="26574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b219ab130b4088"/>
          <a:stretch xmlns:a="http://schemas.openxmlformats.org/drawingml/2006/main"/>
        </p:blipFill>
        <p:spPr>
          <a:xfrm xmlns:a="http://schemas.openxmlformats.org/drawingml/2006/main">
            <a:off x="0" y="29527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931a56d16543dc"/>
          <a:stretch xmlns:a="http://schemas.openxmlformats.org/drawingml/2006/main"/>
        </p:blipFill>
        <p:spPr>
          <a:xfrm xmlns:a="http://schemas.openxmlformats.org/drawingml/2006/main">
            <a:off x="0" y="32480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6f3145498a42ae"/>
          <a:stretch xmlns:a="http://schemas.openxmlformats.org/drawingml/2006/main"/>
        </p:blipFill>
        <p:spPr>
          <a:xfrm xmlns:a="http://schemas.openxmlformats.org/drawingml/2006/main">
            <a:off x="0" y="35433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1e3c73ce61433f"/>
          <a:stretch xmlns:a="http://schemas.openxmlformats.org/drawingml/2006/main"/>
        </p:blipFill>
        <p:spPr>
          <a:xfrm xmlns:a="http://schemas.openxmlformats.org/drawingml/2006/main">
            <a:off x="0" y="38385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fd108c8755457c"/>
          <a:stretch xmlns:a="http://schemas.openxmlformats.org/drawingml/2006/main"/>
        </p:blipFill>
        <p:spPr>
          <a:xfrm xmlns:a="http://schemas.openxmlformats.org/drawingml/2006/main">
            <a:off x="0" y="41338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e363e099c946f6"/>
          <a:stretch xmlns:a="http://schemas.openxmlformats.org/drawingml/2006/main"/>
        </p:blipFill>
        <p:spPr>
          <a:xfrm xmlns:a="http://schemas.openxmlformats.org/drawingml/2006/main">
            <a:off x="0" y="44291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957bbb3caf4c88"/>
          <a:stretch xmlns:a="http://schemas.openxmlformats.org/drawingml/2006/main"/>
        </p:blipFill>
        <p:spPr>
          <a:xfrm xmlns:a="http://schemas.openxmlformats.org/drawingml/2006/main">
            <a:off x="0" y="47244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8035a3a9b24ccb"/>
          <a:stretch xmlns:a="http://schemas.openxmlformats.org/drawingml/2006/main"/>
        </p:blipFill>
        <p:spPr>
          <a:xfrm xmlns:a="http://schemas.openxmlformats.org/drawingml/2006/main">
            <a:off x="0" y="50196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66b6aeeebe4c80"/>
          <a:stretch xmlns:a="http://schemas.openxmlformats.org/drawingml/2006/main"/>
        </p:blipFill>
        <p:spPr>
          <a:xfrm xmlns:a="http://schemas.openxmlformats.org/drawingml/2006/main">
            <a:off x="0" y="53149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209e8db2354ea4"/>
          <a:stretch xmlns:a="http://schemas.openxmlformats.org/drawingml/2006/main"/>
        </p:blipFill>
        <p:spPr>
          <a:xfrm xmlns:a="http://schemas.openxmlformats.org/drawingml/2006/main">
            <a:off x="0" y="56102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eb424faf6c4ce7"/>
          <a:stretch xmlns:a="http://schemas.openxmlformats.org/drawingml/2006/main"/>
        </p:blipFill>
        <p:spPr>
          <a:xfrm xmlns:a="http://schemas.openxmlformats.org/drawingml/2006/main">
            <a:off x="0" y="59055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e72deaf7e14d87"/>
          <a:stretch xmlns:a="http://schemas.openxmlformats.org/drawingml/2006/main"/>
        </p:blipFill>
        <p:spPr>
          <a:xfrm xmlns:a="http://schemas.openxmlformats.org/drawingml/2006/main">
            <a:off x="0" y="62007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149560c4d84ac5"/>
          <a:stretch xmlns:a="http://schemas.openxmlformats.org/drawingml/2006/main"/>
        </p:blipFill>
        <p:spPr>
          <a:xfrm xmlns:a="http://schemas.openxmlformats.org/drawingml/2006/main">
            <a:off x="0" y="64960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682aca32264e90"/>
          <a:stretch xmlns:a="http://schemas.openxmlformats.org/drawingml/2006/main"/>
        </p:blipFill>
        <p:spPr>
          <a:xfrm xmlns:a="http://schemas.openxmlformats.org/drawingml/2006/main">
            <a:off x="0" y="67913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21056456e04690"/>
          <a:stretch xmlns:a="http://schemas.openxmlformats.org/drawingml/2006/main"/>
        </p:blipFill>
        <p:spPr>
          <a:xfrm xmlns:a="http://schemas.openxmlformats.org/drawingml/2006/main">
            <a:off x="0" y="70866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79501357534f2b"/>
          <a:stretch xmlns:a="http://schemas.openxmlformats.org/drawingml/2006/main"/>
        </p:blipFill>
        <p:spPr>
          <a:xfrm xmlns:a="http://schemas.openxmlformats.org/drawingml/2006/main">
            <a:off x="0" y="73818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0f3e7475d34284"/>
          <a:stretch xmlns:a="http://schemas.openxmlformats.org/drawingml/2006/main"/>
        </p:blipFill>
        <p:spPr>
          <a:xfrm xmlns:a="http://schemas.openxmlformats.org/drawingml/2006/main">
            <a:off x="0" y="76771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4f923623534b34"/>
          <a:stretch xmlns:a="http://schemas.openxmlformats.org/drawingml/2006/main"/>
        </p:blipFill>
        <p:spPr>
          <a:xfrm xmlns:a="http://schemas.openxmlformats.org/drawingml/2006/main">
            <a:off x="0" y="79724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e9350fecf54662"/>
          <a:stretch xmlns:a="http://schemas.openxmlformats.org/drawingml/2006/main"/>
        </p:blipFill>
        <p:spPr>
          <a:xfrm xmlns:a="http://schemas.openxmlformats.org/drawingml/2006/main">
            <a:off x="0" y="82677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e0e60e3d3f4db4"/>
          <a:stretch xmlns:a="http://schemas.openxmlformats.org/drawingml/2006/main"/>
        </p:blipFill>
        <p:spPr>
          <a:xfrm xmlns:a="http://schemas.openxmlformats.org/drawingml/2006/main">
            <a:off x="0" y="85629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65e450dea04ea3"/>
          <a:stretch xmlns:a="http://schemas.openxmlformats.org/drawingml/2006/main"/>
        </p:blipFill>
        <p:spPr>
          <a:xfrm xmlns:a="http://schemas.openxmlformats.org/drawingml/2006/main">
            <a:off x="5137355" y="8858250"/>
            <a:ext cx="5651090" cy="104775"/>
          </a:xfrm>
          <a:prstGeom xmlns:a="http://schemas.openxmlformats.org/drawingml/2006/main" prst="rect">
            <a:avLst/>
          </a:prstGeom>
        </p:spPr>
      </p:pic>
      <p:pic>
        <p:nvPicPr>
          <p:cNvPr id="2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c7b11f1adb4d5b"/>
          <a:stretch xmlns:a="http://schemas.openxmlformats.org/drawingml/2006/main"/>
        </p:blipFill>
        <p:spPr>
          <a:xfrm xmlns:a="http://schemas.openxmlformats.org/drawingml/2006/main">
            <a:off x="381000" y="247650"/>
            <a:ext cx="581025" cy="619125"/>
          </a:xfrm>
          <a:prstGeom xmlns:a="http://schemas.openxmlformats.org/drawingml/2006/main" prst="rect">
            <a:avLst/>
          </a:prstGeom>
        </p:spPr>
      </p:pic>
      <p:sp>
        <p:nvSpPr>
          <p:cNvPr id="33" name="Text 373: AthletixAI">
            <a:extLst xmlns:a="http://schemas.openxmlformats.org/drawingml/2006/main">
              <a:ext uri="{FF2B5EF4-FFF2-40B4-BE49-F238E27FC236}">
                <a16:creationId xmlns:a16="http://schemas.microsoft.com/office/drawing/2014/main" id="{3876C54E-A135-477B-AECD-D719DB2A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66700"/>
            <a:ext cx="23050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8FA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8FAFF"/>
                </a:solidFill>
                <a:latin typeface="Arial"/>
                <a:ea typeface="Arial"/>
                <a:cs typeface="Arial"/>
              </a:rPr>
              <a:t>Athletix</a:t>
            </a:r>
            <a:r>
              <a:rPr sz="3075" b="1">
                <a:solidFill>
                  <a:srgbClr val="20E7FA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34" name="Text 374: A I  S P O R T S  T A L E N T  P L A T F O R M">
            <a:extLst xmlns:a="http://schemas.openxmlformats.org/drawingml/2006/main">
              <a:ext uri="{FF2B5EF4-FFF2-40B4-BE49-F238E27FC236}">
                <a16:creationId xmlns:a16="http://schemas.microsoft.com/office/drawing/2014/main" id="{774BEF1E-6C00-4D86-994E-7EB85AB6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762000"/>
            <a:ext cx="2762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 I  S P O R T S  T A L E N T  P L A T F O R M</a:t>
            </a:r>
          </a:p>
        </p:txBody>
      </p:sp>
      <p:sp>
        <p:nvSpPr>
          <p:cNvPr id="35" name="Text 375: RESEARCH &amp; REFERENCES">
            <a:extLst xmlns:a="http://schemas.openxmlformats.org/drawingml/2006/main">
              <a:ext uri="{FF2B5EF4-FFF2-40B4-BE49-F238E27FC236}">
                <a16:creationId xmlns:a16="http://schemas.microsoft.com/office/drawing/2014/main" id="{4BF2C424-D21B-42F2-8DCF-6D24A0C6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1925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39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RESEARCH &amp; REFERENCES</a:t>
            </a:r>
          </a:p>
        </p:txBody>
      </p:sp>
      <p:sp>
        <p:nvSpPr>
          <p:cNvPr id="36" name="Text 376: Technical foundations and project evidence">
            <a:extLst xmlns:a="http://schemas.openxmlformats.org/drawingml/2006/main">
              <a:ext uri="{FF2B5EF4-FFF2-40B4-BE49-F238E27FC236}">
                <a16:creationId xmlns:a16="http://schemas.microsoft.com/office/drawing/2014/main" id="{DBE41B37-8435-4729-BC6D-CC8ED676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8382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Technical foundations and project evidence</a:t>
            </a:r>
          </a:p>
        </p:txBody>
      </p:sp>
      <p:sp>
        <p:nvSpPr>
          <p:cNvPr id="37" name="Text 377: D A T A S P O R T S T A L E N T T O M O R R O W">
            <a:extLst xmlns:a="http://schemas.openxmlformats.org/drawingml/2006/main">
              <a:ext uri="{FF2B5EF4-FFF2-40B4-BE49-F238E27FC236}">
                <a16:creationId xmlns:a16="http://schemas.microsoft.com/office/drawing/2014/main" id="{E98FA77C-8379-4F8E-AA14-FB9B497C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7550" y="400050"/>
            <a:ext cx="1085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D A T A</a:t>
            </a:r>
          </a:p>
          <a:p xmlns:a="http://schemas.openxmlformats.org/drawingml/2006/main">
            <a:pPr algn="l">
              <a:def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S P O R T S</a:t>
            </a:r>
          </a:p>
          <a:p xmlns:a="http://schemas.openxmlformats.org/drawingml/2006/main">
            <a:pPr algn="l">
              <a:def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T A L E N T</a:t>
            </a:r>
          </a:p>
          <a:p xmlns:a="http://schemas.openxmlformats.org/drawingml/2006/main">
            <a:pPr algn="l">
              <a:def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T O M O R R O W</a:t>
            </a:r>
          </a:p>
        </p:txBody>
      </p:sp>
      <p:sp>
        <p:nvSpPr>
          <p:cNvPr id="38" name="Divider 378">
            <a:extLst xmlns:a="http://schemas.openxmlformats.org/drawingml/2006/main">
              <a:ext uri="{FF2B5EF4-FFF2-40B4-BE49-F238E27FC236}">
                <a16:creationId xmlns:a16="http://schemas.microsoft.com/office/drawing/2014/main" id="{20DABEBA-DFFF-4A03-9C7B-29F18EA9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238125"/>
            <a:ext cx="352425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0E7FA"/>
            </a:solidFill>
            <a:prstDash val="solid"/>
          </a:ln>
        </p:spPr>
      </p:sp>
      <p:sp>
        <p:nvSpPr>
          <p:cNvPr id="39" name="Panel 379">
            <a:extLst xmlns:a="http://schemas.openxmlformats.org/drawingml/2006/main">
              <a:ext uri="{FF2B5EF4-FFF2-40B4-BE49-F238E27FC236}">
                <a16:creationId xmlns:a16="http://schemas.microsoft.com/office/drawing/2014/main" id="{2640F8A2-0094-42D0-94DA-4F837D7C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466850"/>
            <a:ext cx="3333750" cy="2352675"/>
          </a:xfrm>
          <a:prstGeom xmlns:a="http://schemas.openxmlformats.org/drawingml/2006/main" prst="roundRect">
            <a:avLst>
              <a:gd name="adj" fmla="val 6478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40" name="Panel 380">
            <a:extLst xmlns:a="http://schemas.openxmlformats.org/drawingml/2006/main">
              <a:ext uri="{FF2B5EF4-FFF2-40B4-BE49-F238E27FC236}">
                <a16:creationId xmlns:a16="http://schemas.microsoft.com/office/drawing/2014/main" id="{BCD25852-6034-4B56-BFC2-412B59BC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191000"/>
            <a:ext cx="3333750" cy="2343150"/>
          </a:xfrm>
          <a:prstGeom xmlns:a="http://schemas.openxmlformats.org/drawingml/2006/main" prst="roundRect">
            <a:avLst>
              <a:gd name="adj" fmla="val 6504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41" name="Panel 381">
            <a:extLst xmlns:a="http://schemas.openxmlformats.org/drawingml/2006/main">
              <a:ext uri="{FF2B5EF4-FFF2-40B4-BE49-F238E27FC236}">
                <a16:creationId xmlns:a16="http://schemas.microsoft.com/office/drawing/2014/main" id="{E0A348F4-8852-4446-820B-0351B559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1466850"/>
            <a:ext cx="3343275" cy="2352675"/>
          </a:xfrm>
          <a:prstGeom xmlns:a="http://schemas.openxmlformats.org/drawingml/2006/main" prst="roundRect">
            <a:avLst>
              <a:gd name="adj" fmla="val 6478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42" name="Panel 382">
            <a:extLst xmlns:a="http://schemas.openxmlformats.org/drawingml/2006/main">
              <a:ext uri="{FF2B5EF4-FFF2-40B4-BE49-F238E27FC236}">
                <a16:creationId xmlns:a16="http://schemas.microsoft.com/office/drawing/2014/main" id="{67A7C98E-6DD7-46A9-9ED6-EE06B845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4191000"/>
            <a:ext cx="3343275" cy="2362200"/>
          </a:xfrm>
          <a:prstGeom xmlns:a="http://schemas.openxmlformats.org/drawingml/2006/main" prst="roundRect">
            <a:avLst>
              <a:gd name="adj" fmla="val 6452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pic>
        <p:nvPicPr>
          <p:cNvPr id="2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61c6fad1654fd6"/>
          <a:stretch xmlns:a="http://schemas.openxmlformats.org/drawingml/2006/main"/>
        </p:blipFill>
        <p:spPr>
          <a:xfrm xmlns:a="http://schemas.openxmlformats.org/drawingml/2006/main">
            <a:off x="600075" y="1704975"/>
            <a:ext cx="533400" cy="571500"/>
          </a:xfrm>
          <a:prstGeom xmlns:a="http://schemas.openxmlformats.org/drawingml/2006/main" prst="rect">
            <a:avLst/>
          </a:prstGeom>
        </p:spPr>
      </p:pic>
      <p:pic>
        <p:nvPicPr>
          <p:cNvPr id="2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26848516b94676"/>
          <a:stretch xmlns:a="http://schemas.openxmlformats.org/drawingml/2006/main"/>
        </p:blipFill>
        <p:spPr>
          <a:xfrm xmlns:a="http://schemas.openxmlformats.org/drawingml/2006/main">
            <a:off x="1304925" y="1809750"/>
            <a:ext cx="295275" cy="409575"/>
          </a:xfrm>
          <a:prstGeom xmlns:a="http://schemas.openxmlformats.org/drawingml/2006/main" prst="rect">
            <a:avLst/>
          </a:prstGeom>
        </p:spPr>
      </p:pic>
      <p:sp>
        <p:nvSpPr>
          <p:cNvPr id="45" name="Text 383: MediaPipe">
            <a:extLst xmlns:a="http://schemas.openxmlformats.org/drawingml/2006/main">
              <a:ext uri="{FF2B5EF4-FFF2-40B4-BE49-F238E27FC236}">
                <a16:creationId xmlns:a16="http://schemas.microsoft.com/office/drawing/2014/main" id="{322DAA9A-1621-4159-97E2-D5E20F1E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895475"/>
            <a:ext cx="1076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MediaPipe</a:t>
            </a:r>
          </a:p>
        </p:txBody>
      </p:sp>
      <p:pic>
        <p:nvPicPr>
          <p:cNvPr id="2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0a410d06db46b8"/>
          <a:stretch xmlns:a="http://schemas.openxmlformats.org/drawingml/2006/main"/>
        </p:blipFill>
        <p:spPr>
          <a:xfrm xmlns:a="http://schemas.openxmlformats.org/drawingml/2006/main">
            <a:off x="2790825" y="1685925"/>
            <a:ext cx="685800" cy="590550"/>
          </a:xfrm>
          <a:prstGeom xmlns:a="http://schemas.openxmlformats.org/drawingml/2006/main" prst="rect">
            <a:avLst/>
          </a:prstGeom>
        </p:spPr>
      </p:pic>
      <p:sp>
        <p:nvSpPr>
          <p:cNvPr id="47" name="Text 384: 01">
            <a:extLst xmlns:a="http://schemas.openxmlformats.org/drawingml/2006/main">
              <a:ext uri="{FF2B5EF4-FFF2-40B4-BE49-F238E27FC236}">
                <a16:creationId xmlns:a16="http://schemas.microsoft.com/office/drawing/2014/main" id="{25E1A388-1E5B-4A9E-92FD-F1C96682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466975"/>
            <a:ext cx="419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01</a:t>
            </a:r>
          </a:p>
        </p:txBody>
      </p:sp>
      <p:sp>
        <p:nvSpPr>
          <p:cNvPr id="48" name="Text 385: MediaPipe Pose">
            <a:extLst xmlns:a="http://schemas.openxmlformats.org/drawingml/2006/main">
              <a:ext uri="{FF2B5EF4-FFF2-40B4-BE49-F238E27FC236}">
                <a16:creationId xmlns:a16="http://schemas.microsoft.com/office/drawing/2014/main" id="{8D012487-5237-4008-91DF-3F30D3FF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7650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MediaPipe Pose</a:t>
            </a:r>
          </a:p>
        </p:txBody>
      </p:sp>
      <p:sp>
        <p:nvSpPr>
          <p:cNvPr id="49" name="Text 386: 33 body landmarks for browser video analysis">
            <a:extLst xmlns:a="http://schemas.openxmlformats.org/drawingml/2006/main">
              <a:ext uri="{FF2B5EF4-FFF2-40B4-BE49-F238E27FC236}">
                <a16:creationId xmlns:a16="http://schemas.microsoft.com/office/drawing/2014/main" id="{AC7E7926-F219-4664-9C18-3C5F197B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28670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33 body landmarks for browser</a:t>
            </a:r>
          </a:p>
          <a:p xmlns:a="http://schemas.openxmlformats.org/drawingml/2006/main">
            <a:pPr algn="l">
              <a:def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video analysis</a:t>
            </a:r>
          </a:p>
        </p:txBody>
      </p:sp>
      <p:sp>
        <p:nvSpPr>
          <p:cNvPr id="50" name="Text 387: ai.google.dev/edge/mediapipe">
            <a:extLst xmlns:a="http://schemas.openxmlformats.org/drawingml/2006/main">
              <a:ext uri="{FF2B5EF4-FFF2-40B4-BE49-F238E27FC236}">
                <a16:creationId xmlns:a16="http://schemas.microsoft.com/office/drawing/2014/main" id="{8C25EDE8-8BDA-4160-8D7C-474F8518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90900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D044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1">
                <a:solidFill>
                  <a:srgbClr val="FFD044"/>
                </a:solidFill>
                <a:latin typeface="Arial Narrow"/>
                <a:ea typeface="Arial Narrow"/>
                <a:cs typeface="Arial Narrow"/>
                <a:hlinkClick xmlns:r="http://schemas.openxmlformats.org/officeDocument/2006/relationships" r:id="R95dc6bba69cc4645"/>
              </a:rPr>
              <a:t>ai.google.dev/edge/mediapipe</a:t>
            </a:r>
          </a:p>
        </p:txBody>
      </p:sp>
      <p:sp>
        <p:nvSpPr>
          <p:cNvPr id="51" name="Text 388: ↗">
            <a:extLst xmlns:a="http://schemas.openxmlformats.org/drawingml/2006/main">
              <a:ext uri="{FF2B5EF4-FFF2-40B4-BE49-F238E27FC236}">
                <a16:creationId xmlns:a16="http://schemas.microsoft.com/office/drawing/2014/main" id="{473A5DE9-015F-4A89-BBC5-F42CB364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381375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D044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1">
                <a:solidFill>
                  <a:srgbClr val="FFD044"/>
                </a:solidFill>
                <a:latin typeface="Arial Narrow"/>
                <a:ea typeface="Arial Narrow"/>
                <a:cs typeface="Arial Narrow"/>
              </a:rPr>
              <a:t>↗</a:t>
            </a:r>
          </a:p>
        </p:txBody>
      </p:sp>
      <p:sp>
        <p:nvSpPr>
          <p:cNvPr id="52" name="Text 389: arXiv">
            <a:extLst xmlns:a="http://schemas.openxmlformats.org/drawingml/2006/main">
              <a:ext uri="{FF2B5EF4-FFF2-40B4-BE49-F238E27FC236}">
                <a16:creationId xmlns:a16="http://schemas.microsoft.com/office/drawing/2014/main" id="{4E322C9C-3B02-413D-A70B-7E5D1F74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524375"/>
            <a:ext cx="19716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75" b="0">
                <a:solidFill>
                  <a:srgbClr val="F8FAFF"/>
                </a:solidFill>
                <a:latin typeface="Arial"/>
                <a:ea typeface="Arial"/>
                <a:cs typeface="Arial"/>
              </a:defRPr>
            </a:pPr>
            <a:r>
              <a:rPr sz="4875" b="0">
                <a:solidFill>
                  <a:srgbClr val="F8FAFF"/>
                </a:solidFill>
                <a:latin typeface="Arial"/>
                <a:ea typeface="Arial"/>
                <a:cs typeface="Arial"/>
              </a:rPr>
              <a:t>ar</a:t>
            </a:r>
            <a:r>
              <a:rPr sz="4875" b="0">
                <a:solidFill>
                  <a:srgbClr val="DE343D"/>
                </a:solidFill>
                <a:latin typeface="Arial"/>
                <a:ea typeface="Arial"/>
                <a:cs typeface="Arial"/>
              </a:rPr>
              <a:t>X</a:t>
            </a:r>
            <a:r>
              <a:rPr sz="4875" b="0">
                <a:solidFill>
                  <a:srgbClr val="F8FAFF"/>
                </a:solidFill>
                <a:latin typeface="Arial"/>
                <a:ea typeface="Arial"/>
                <a:cs typeface="Arial"/>
              </a:rPr>
              <a:t>iv</a:t>
            </a:r>
          </a:p>
        </p:txBody>
      </p:sp>
      <p:pic>
        <p:nvPicPr>
          <p:cNvPr id="2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6eb649e9414b06"/>
          <a:stretch xmlns:a="http://schemas.openxmlformats.org/drawingml/2006/main"/>
        </p:blipFill>
        <p:spPr>
          <a:xfrm xmlns:a="http://schemas.openxmlformats.org/drawingml/2006/main">
            <a:off x="2800350" y="4419600"/>
            <a:ext cx="504825" cy="685800"/>
          </a:xfrm>
          <a:prstGeom xmlns:a="http://schemas.openxmlformats.org/drawingml/2006/main" prst="rect">
            <a:avLst/>
          </a:prstGeom>
        </p:spPr>
      </p:pic>
      <p:sp>
        <p:nvSpPr>
          <p:cNvPr id="54" name="Text 390: 02">
            <a:extLst xmlns:a="http://schemas.openxmlformats.org/drawingml/2006/main">
              <a:ext uri="{FF2B5EF4-FFF2-40B4-BE49-F238E27FC236}">
                <a16:creationId xmlns:a16="http://schemas.microsoft.com/office/drawing/2014/main" id="{85F92AB0-9D84-4825-BF52-6F793068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305425"/>
            <a:ext cx="428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02</a:t>
            </a:r>
          </a:p>
        </p:txBody>
      </p:sp>
      <p:sp>
        <p:nvSpPr>
          <p:cNvPr id="55" name="Text 391: BlazePose Research">
            <a:extLst xmlns:a="http://schemas.openxmlformats.org/drawingml/2006/main">
              <a:ext uri="{FF2B5EF4-FFF2-40B4-BE49-F238E27FC236}">
                <a16:creationId xmlns:a16="http://schemas.microsoft.com/office/drawing/2014/main" id="{7F78CBCD-F8E9-4F63-98E9-CBF30276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14950"/>
            <a:ext cx="2447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BlazePose Research</a:t>
            </a:r>
          </a:p>
        </p:txBody>
      </p:sp>
      <p:sp>
        <p:nvSpPr>
          <p:cNvPr id="56" name="Text 392: On-device, real-time body pose tracking">
            <a:extLst xmlns:a="http://schemas.openxmlformats.org/drawingml/2006/main">
              <a:ext uri="{FF2B5EF4-FFF2-40B4-BE49-F238E27FC236}">
                <a16:creationId xmlns:a16="http://schemas.microsoft.com/office/drawing/2014/main" id="{7215F25A-D04F-413E-861F-C466022F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57850"/>
            <a:ext cx="2828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On-device, real-time body</a:t>
            </a:r>
          </a:p>
          <a:p xmlns:a="http://schemas.openxmlformats.org/drawingml/2006/main">
            <a:pPr algn="l">
              <a:def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pose tracking</a:t>
            </a:r>
          </a:p>
        </p:txBody>
      </p:sp>
      <p:sp>
        <p:nvSpPr>
          <p:cNvPr id="57" name="Text 393: arxiv.org/abs/2006.10204">
            <a:extLst xmlns:a="http://schemas.openxmlformats.org/drawingml/2006/main">
              <a:ext uri="{FF2B5EF4-FFF2-40B4-BE49-F238E27FC236}">
                <a16:creationId xmlns:a16="http://schemas.microsoft.com/office/drawing/2014/main" id="{AD9404F5-922F-467D-8EEA-9F96091E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72200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D044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1">
                <a:solidFill>
                  <a:srgbClr val="FFD044"/>
                </a:solidFill>
                <a:latin typeface="Arial Narrow"/>
                <a:ea typeface="Arial Narrow"/>
                <a:cs typeface="Arial Narrow"/>
                <a:hlinkClick xmlns:r="http://schemas.openxmlformats.org/officeDocument/2006/relationships" r:id="R7b8fce6905234c27"/>
              </a:rPr>
              <a:t>arxiv.org/abs/2006.10204</a:t>
            </a:r>
          </a:p>
        </p:txBody>
      </p:sp>
      <p:sp>
        <p:nvSpPr>
          <p:cNvPr id="58" name="Text 394: ↗">
            <a:extLst xmlns:a="http://schemas.openxmlformats.org/drawingml/2006/main">
              <a:ext uri="{FF2B5EF4-FFF2-40B4-BE49-F238E27FC236}">
                <a16:creationId xmlns:a16="http://schemas.microsoft.com/office/drawing/2014/main" id="{42A38796-0EB5-4147-8709-50A21631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6172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D044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1">
                <a:solidFill>
                  <a:srgbClr val="FFD044"/>
                </a:solidFill>
                <a:latin typeface="Arial Narrow"/>
                <a:ea typeface="Arial Narrow"/>
                <a:cs typeface="Arial Narrow"/>
              </a:rPr>
              <a:t>↗</a:t>
            </a:r>
          </a:p>
        </p:txBody>
      </p:sp>
      <p:sp>
        <p:nvSpPr>
          <p:cNvPr id="59" name="Text 395: NIST">
            <a:extLst xmlns:a="http://schemas.openxmlformats.org/drawingml/2006/main">
              <a:ext uri="{FF2B5EF4-FFF2-40B4-BE49-F238E27FC236}">
                <a16:creationId xmlns:a16="http://schemas.microsoft.com/office/drawing/2014/main" id="{6069E5C3-6714-4851-90AD-94C1F531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4425" y="1714500"/>
            <a:ext cx="2190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0">
                <a:solidFill>
                  <a:srgbClr val="F8FAFF"/>
                </a:solidFill>
                <a:latin typeface="Arial"/>
                <a:ea typeface="Arial"/>
                <a:cs typeface="Arial"/>
              </a:defRPr>
            </a:pPr>
            <a:r>
              <a:rPr sz="5100" b="0">
                <a:solidFill>
                  <a:srgbClr val="F8FAFF"/>
                </a:solidFill>
                <a:latin typeface="Arial"/>
                <a:ea typeface="Arial"/>
                <a:cs typeface="Arial"/>
              </a:rPr>
              <a:t>NIST</a:t>
            </a:r>
          </a:p>
        </p:txBody>
      </p:sp>
      <p:pic>
        <p:nvPicPr>
          <p:cNvPr id="2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5ed1af6f964d44"/>
          <a:stretch xmlns:a="http://schemas.openxmlformats.org/drawingml/2006/main"/>
        </p:blipFill>
        <p:spPr>
          <a:xfrm xmlns:a="http://schemas.openxmlformats.org/drawingml/2006/main">
            <a:off x="14573250" y="1685925"/>
            <a:ext cx="619125" cy="714375"/>
          </a:xfrm>
          <a:prstGeom xmlns:a="http://schemas.openxmlformats.org/drawingml/2006/main" prst="rect">
            <a:avLst/>
          </a:prstGeom>
        </p:spPr>
      </p:pic>
      <p:sp>
        <p:nvSpPr>
          <p:cNvPr id="61" name="Text 396: 03">
            <a:extLst xmlns:a="http://schemas.openxmlformats.org/drawingml/2006/main">
              <a:ext uri="{FF2B5EF4-FFF2-40B4-BE49-F238E27FC236}">
                <a16:creationId xmlns:a16="http://schemas.microsoft.com/office/drawing/2014/main" id="{2DAF1A15-DBB0-41F8-8B5B-1DB96AAA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2466975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03</a:t>
            </a:r>
          </a:p>
        </p:txBody>
      </p:sp>
      <p:sp>
        <p:nvSpPr>
          <p:cNvPr id="62" name="Text 397: Responsible AI">
            <a:extLst xmlns:a="http://schemas.openxmlformats.org/drawingml/2006/main">
              <a:ext uri="{FF2B5EF4-FFF2-40B4-BE49-F238E27FC236}">
                <a16:creationId xmlns:a16="http://schemas.microsoft.com/office/drawing/2014/main" id="{9E55743A-8981-40F2-ACAA-75C4FA13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8775" y="24765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Responsible AI</a:t>
            </a:r>
          </a:p>
        </p:txBody>
      </p:sp>
      <p:sp>
        <p:nvSpPr>
          <p:cNvPr id="63" name="Text 398: NIST AI RMF: a reference for AI risk and transparency">
            <a:extLst xmlns:a="http://schemas.openxmlformats.org/drawingml/2006/main">
              <a:ext uri="{FF2B5EF4-FFF2-40B4-BE49-F238E27FC236}">
                <a16:creationId xmlns:a16="http://schemas.microsoft.com/office/drawing/2014/main" id="{B77E190A-139F-4E19-AEC6-89F37A29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2838450"/>
            <a:ext cx="2924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NIST AI RMF: a reference for AI</a:t>
            </a:r>
          </a:p>
          <a:p xmlns:a="http://schemas.openxmlformats.org/drawingml/2006/main">
            <a:pPr algn="l">
              <a:def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risk and transparency</a:t>
            </a:r>
          </a:p>
        </p:txBody>
      </p:sp>
      <p:sp>
        <p:nvSpPr>
          <p:cNvPr id="64" name="Text 399: nist.gov/itl/ai-risk-management-framework">
            <a:extLst xmlns:a="http://schemas.openxmlformats.org/drawingml/2006/main">
              <a:ext uri="{FF2B5EF4-FFF2-40B4-BE49-F238E27FC236}">
                <a16:creationId xmlns:a16="http://schemas.microsoft.com/office/drawing/2014/main" id="{792349BC-28EF-418A-9F47-54AFF54C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3400425"/>
            <a:ext cx="2686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10" b="1">
                <a:solidFill>
                  <a:srgbClr val="FFD044"/>
                </a:solidFill>
                <a:latin typeface="Arial Narrow"/>
                <a:ea typeface="Arial Narrow"/>
                <a:cs typeface="Arial Narrow"/>
              </a:defRPr>
            </a:pPr>
            <a:r>
              <a:rPr sz="1110" b="1">
                <a:solidFill>
                  <a:srgbClr val="FFD044"/>
                </a:solidFill>
                <a:latin typeface="Arial Narrow"/>
                <a:ea typeface="Arial Narrow"/>
                <a:cs typeface="Arial Narrow"/>
                <a:hlinkClick xmlns:r="http://schemas.openxmlformats.org/officeDocument/2006/relationships" r:id="Rdcf713e220fd44a0"/>
              </a:rPr>
              <a:t>nist.gov/itl/ai-risk-management-framework</a:t>
            </a:r>
          </a:p>
        </p:txBody>
      </p:sp>
      <p:sp>
        <p:nvSpPr>
          <p:cNvPr id="65" name="Text 400: ↗">
            <a:extLst xmlns:a="http://schemas.openxmlformats.org/drawingml/2006/main">
              <a:ext uri="{FF2B5EF4-FFF2-40B4-BE49-F238E27FC236}">
                <a16:creationId xmlns:a16="http://schemas.microsoft.com/office/drawing/2014/main" id="{6270EBC6-44EC-4A0D-B1DA-DDAC1DC7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50" y="3371850"/>
            <a:ext cx="2571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D044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1">
                <a:solidFill>
                  <a:srgbClr val="FFD044"/>
                </a:solidFill>
                <a:latin typeface="Arial Narrow"/>
                <a:ea typeface="Arial Narrow"/>
                <a:cs typeface="Arial Narrow"/>
              </a:rPr>
              <a:t>↗</a:t>
            </a:r>
          </a:p>
        </p:txBody>
      </p:sp>
      <p:pic>
        <p:nvPicPr>
          <p:cNvPr id="2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6eed09a5424cda"/>
          <a:stretch xmlns:a="http://schemas.openxmlformats.org/drawingml/2006/main"/>
        </p:blipFill>
        <p:spPr>
          <a:xfrm xmlns:a="http://schemas.openxmlformats.org/drawingml/2006/main">
            <a:off x="12582525" y="4371975"/>
            <a:ext cx="838200" cy="819150"/>
          </a:xfrm>
          <a:prstGeom xmlns:a="http://schemas.openxmlformats.org/drawingml/2006/main" prst="rect">
            <a:avLst/>
          </a:prstGeom>
        </p:spPr>
      </p:pic>
      <p:sp>
        <p:nvSpPr>
          <p:cNvPr id="67" name="Text 401: KHELO INDIA">
            <a:extLst xmlns:a="http://schemas.openxmlformats.org/drawingml/2006/main">
              <a:ext uri="{FF2B5EF4-FFF2-40B4-BE49-F238E27FC236}">
                <a16:creationId xmlns:a16="http://schemas.microsoft.com/office/drawing/2014/main" id="{B41B03E7-7EDF-4494-A4F1-08974AB9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4533900"/>
            <a:ext cx="1000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 i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KHELO</a:t>
            </a:r>
          </a:p>
          <a:p xmlns:a="http://schemas.openxmlformats.org/drawingml/2006/main">
            <a:pPr algn="l">
              <a:defRPr sz="2400" b="1" i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 i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INDIA</a:t>
            </a:r>
          </a:p>
        </p:txBody>
      </p:sp>
      <p:pic>
        <p:nvPicPr>
          <p:cNvPr id="2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7f9e253edf4c01"/>
          <a:stretch xmlns:a="http://schemas.openxmlformats.org/drawingml/2006/main"/>
        </p:blipFill>
        <p:spPr>
          <a:xfrm xmlns:a="http://schemas.openxmlformats.org/drawingml/2006/main">
            <a:off x="14478000" y="4410075"/>
            <a:ext cx="409575" cy="685800"/>
          </a:xfrm>
          <a:prstGeom xmlns:a="http://schemas.openxmlformats.org/drawingml/2006/main" prst="rect">
            <a:avLst/>
          </a:prstGeom>
        </p:spPr>
      </p:pic>
      <p:pic>
        <p:nvPicPr>
          <p:cNvPr id="2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2219b12e0f4c12"/>
          <a:stretch xmlns:a="http://schemas.openxmlformats.org/drawingml/2006/main"/>
        </p:blipFill>
        <p:spPr>
          <a:xfrm xmlns:a="http://schemas.openxmlformats.org/drawingml/2006/main">
            <a:off x="14944725" y="4448175"/>
            <a:ext cx="476250" cy="647700"/>
          </a:xfrm>
          <a:prstGeom xmlns:a="http://schemas.openxmlformats.org/drawingml/2006/main" prst="rect">
            <a:avLst/>
          </a:prstGeom>
        </p:spPr>
      </p:pic>
      <p:sp>
        <p:nvSpPr>
          <p:cNvPr id="70" name="Text 402: 04">
            <a:extLst xmlns:a="http://schemas.openxmlformats.org/drawingml/2006/main">
              <a:ext uri="{FF2B5EF4-FFF2-40B4-BE49-F238E27FC236}">
                <a16:creationId xmlns:a16="http://schemas.microsoft.com/office/drawing/2014/main" id="{FD830422-4DAF-4E8C-A05C-43126260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5314950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04</a:t>
            </a:r>
          </a:p>
        </p:txBody>
      </p:sp>
      <p:sp>
        <p:nvSpPr>
          <p:cNvPr id="71" name="Text 403: Talent Development">
            <a:extLst xmlns:a="http://schemas.openxmlformats.org/drawingml/2006/main">
              <a:ext uri="{FF2B5EF4-FFF2-40B4-BE49-F238E27FC236}">
                <a16:creationId xmlns:a16="http://schemas.microsoft.com/office/drawing/2014/main" id="{7420F072-1376-469F-9AFB-7EA44FAD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8775" y="53244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Talent Development</a:t>
            </a:r>
          </a:p>
        </p:txBody>
      </p:sp>
      <p:sp>
        <p:nvSpPr>
          <p:cNvPr id="72" name="Text 404: Khelo India: context for talent identification">
            <a:extLst xmlns:a="http://schemas.openxmlformats.org/drawingml/2006/main">
              <a:ext uri="{FF2B5EF4-FFF2-40B4-BE49-F238E27FC236}">
                <a16:creationId xmlns:a16="http://schemas.microsoft.com/office/drawing/2014/main" id="{F02CAA3E-8D63-4905-81FD-A10077B9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5695950"/>
            <a:ext cx="293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Khelo India: context for talent</a:t>
            </a:r>
          </a:p>
          <a:p xmlns:a="http://schemas.openxmlformats.org/drawingml/2006/main">
            <a:pPr algn="l">
              <a:def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identification</a:t>
            </a:r>
          </a:p>
        </p:txBody>
      </p:sp>
      <p:sp>
        <p:nvSpPr>
          <p:cNvPr id="73" name="Text 405: kheloindia.gov.in">
            <a:extLst xmlns:a="http://schemas.openxmlformats.org/drawingml/2006/main">
              <a:ext uri="{FF2B5EF4-FFF2-40B4-BE49-F238E27FC236}">
                <a16:creationId xmlns:a16="http://schemas.microsoft.com/office/drawing/2014/main" id="{7DD6F0C2-F66C-40F9-9F5B-3EEED7BA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6210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D044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1">
                <a:solidFill>
                  <a:srgbClr val="FFD044"/>
                </a:solidFill>
                <a:latin typeface="Arial Narrow"/>
                <a:ea typeface="Arial Narrow"/>
                <a:cs typeface="Arial Narrow"/>
                <a:hlinkClick xmlns:r="http://schemas.openxmlformats.org/officeDocument/2006/relationships" r:id="Re24005be3a424ee2"/>
              </a:rPr>
              <a:t>kheloindia.gov.in</a:t>
            </a:r>
          </a:p>
        </p:txBody>
      </p:sp>
      <p:sp>
        <p:nvSpPr>
          <p:cNvPr id="74" name="Text 406: ↗">
            <a:extLst xmlns:a="http://schemas.openxmlformats.org/drawingml/2006/main">
              <a:ext uri="{FF2B5EF4-FFF2-40B4-BE49-F238E27FC236}">
                <a16:creationId xmlns:a16="http://schemas.microsoft.com/office/drawing/2014/main" id="{E5437893-0104-4E9C-91F1-57C08BF2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6200775"/>
            <a:ext cx="295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D044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1">
                <a:solidFill>
                  <a:srgbClr val="FFD044"/>
                </a:solidFill>
                <a:latin typeface="Arial Narrow"/>
                <a:ea typeface="Arial Narrow"/>
                <a:cs typeface="Arial Narrow"/>
              </a:rPr>
              <a:t>↗</a:t>
            </a:r>
          </a:p>
        </p:txBody>
      </p:sp>
      <p:sp>
        <p:nvSpPr>
          <p:cNvPr id="75" name="Panel 407">
            <a:extLst xmlns:a="http://schemas.openxmlformats.org/drawingml/2006/main">
              <a:ext uri="{FF2B5EF4-FFF2-40B4-BE49-F238E27FC236}">
                <a16:creationId xmlns:a16="http://schemas.microsoft.com/office/drawing/2014/main" id="{B7C9830B-49B4-4687-8CEA-A61EB698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495425"/>
            <a:ext cx="7667625" cy="5000625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20E7FA"/>
            </a:solidFill>
            <a:prstDash val="solid"/>
          </a:ln>
        </p:spPr>
      </p:sp>
      <p:sp>
        <p:nvSpPr>
          <p:cNvPr id="76" name="Panel 408">
            <a:extLst xmlns:a="http://schemas.openxmlformats.org/drawingml/2006/main">
              <a:ext uri="{FF2B5EF4-FFF2-40B4-BE49-F238E27FC236}">
                <a16:creationId xmlns:a16="http://schemas.microsoft.com/office/drawing/2014/main" id="{0A1BE875-2103-42A7-A005-1AA22AFA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504950"/>
            <a:ext cx="7648575" cy="314325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0828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Circle 409">
            <a:extLst xmlns:a="http://schemas.openxmlformats.org/drawingml/2006/main">
              <a:ext uri="{FF2B5EF4-FFF2-40B4-BE49-F238E27FC236}">
                <a16:creationId xmlns:a16="http://schemas.microsoft.com/office/drawing/2014/main" id="{DD2253E6-4D34-4170-904B-77F331C6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09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386"/>
          </a:solidFill>
          <a:ln xmlns:a="http://schemas.openxmlformats.org/drawingml/2006/main" w="0">
            <a:noFill/>
          </a:ln>
        </p:spPr>
      </p:sp>
      <p:sp>
        <p:nvSpPr>
          <p:cNvPr id="78" name="Circle 410">
            <a:extLst xmlns:a="http://schemas.openxmlformats.org/drawingml/2006/main">
              <a:ext uri="{FF2B5EF4-FFF2-40B4-BE49-F238E27FC236}">
                <a16:creationId xmlns:a16="http://schemas.microsoft.com/office/drawing/2014/main" id="{08650A17-1E29-403B-99C5-8F17E46A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09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044"/>
          </a:solidFill>
          <a:ln xmlns:a="http://schemas.openxmlformats.org/drawingml/2006/main" w="0">
            <a:noFill/>
          </a:ln>
        </p:spPr>
      </p:sp>
      <p:sp>
        <p:nvSpPr>
          <p:cNvPr id="79" name="Circle 411">
            <a:extLst xmlns:a="http://schemas.openxmlformats.org/drawingml/2006/main">
              <a:ext uri="{FF2B5EF4-FFF2-40B4-BE49-F238E27FC236}">
                <a16:creationId xmlns:a16="http://schemas.microsoft.com/office/drawing/2014/main" id="{1A2606E2-6977-49DF-B88B-1D9AF67E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09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E364"/>
          </a:solidFill>
          <a:ln xmlns:a="http://schemas.openxmlformats.org/drawingml/2006/main" w="0">
            <a:noFill/>
          </a:ln>
        </p:spPr>
      </p:sp>
      <p:sp>
        <p:nvSpPr>
          <p:cNvPr id="80" name="Panel 412">
            <a:extLst xmlns:a="http://schemas.openxmlformats.org/drawingml/2006/main">
              <a:ext uri="{FF2B5EF4-FFF2-40B4-BE49-F238E27FC236}">
                <a16:creationId xmlns:a16="http://schemas.microsoft.com/office/drawing/2014/main" id="{77B82FC0-B3A4-4ACF-847C-F415CC8D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19275"/>
            <a:ext cx="1209675" cy="463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C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anel 413">
            <a:extLst xmlns:a="http://schemas.openxmlformats.org/drawingml/2006/main">
              <a:ext uri="{FF2B5EF4-FFF2-40B4-BE49-F238E27FC236}">
                <a16:creationId xmlns:a16="http://schemas.microsoft.com/office/drawing/2014/main" id="{B71A70DC-4228-43EB-97E9-1496A13C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819275"/>
            <a:ext cx="62198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62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391dc845a44fd4"/>
          <a:stretch xmlns:a="http://schemas.openxmlformats.org/drawingml/2006/main"/>
        </p:blipFill>
        <p:spPr>
          <a:xfrm xmlns:a="http://schemas.openxmlformats.org/drawingml/2006/main">
            <a:off x="4362450" y="2013054"/>
            <a:ext cx="190500" cy="202992"/>
          </a:xfrm>
          <a:prstGeom xmlns:a="http://schemas.openxmlformats.org/drawingml/2006/main" prst="rect">
            <a:avLst/>
          </a:prstGeom>
        </p:spPr>
      </p:pic>
      <p:sp>
        <p:nvSpPr>
          <p:cNvPr id="83" name="Text 414: AthletixAI">
            <a:extLst xmlns:a="http://schemas.openxmlformats.org/drawingml/2006/main">
              <a:ext uri="{FF2B5EF4-FFF2-40B4-BE49-F238E27FC236}">
                <a16:creationId xmlns:a16="http://schemas.microsoft.com/office/drawing/2014/main" id="{516D3FC0-633C-4F29-9E0F-1BAD60EF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38350"/>
            <a:ext cx="8286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9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AthletixAI</a:t>
            </a:r>
          </a:p>
        </p:txBody>
      </p:sp>
      <p:sp>
        <p:nvSpPr>
          <p:cNvPr id="84" name="Text 415: AI SPORTS TALENT PLATFORM">
            <a:extLst xmlns:a="http://schemas.openxmlformats.org/drawingml/2006/main">
              <a:ext uri="{FF2B5EF4-FFF2-40B4-BE49-F238E27FC236}">
                <a16:creationId xmlns:a16="http://schemas.microsoft.com/office/drawing/2014/main" id="{EFF31FA0-C683-41C6-94AB-FEC07313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71700"/>
            <a:ext cx="86677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" b="0">
                <a:solidFill>
                  <a:srgbClr val="FFD044"/>
                </a:solidFill>
                <a:latin typeface="Arial Narrow"/>
                <a:ea typeface="Arial Narrow"/>
                <a:cs typeface="Arial Narrow"/>
              </a:defRPr>
            </a:pPr>
            <a:r>
              <a:rPr sz="360" b="0">
                <a:solidFill>
                  <a:srgbClr val="FFD044"/>
                </a:solidFill>
                <a:latin typeface="Arial Narrow"/>
                <a:ea typeface="Arial Narrow"/>
                <a:cs typeface="Arial Narrow"/>
              </a:rPr>
              <a:t>AI SPORTS TALENT PLATFORM</a:t>
            </a:r>
          </a:p>
        </p:txBody>
      </p:sp>
      <p:sp>
        <p:nvSpPr>
          <p:cNvPr id="85" name="Text 416: AI Architecture">
            <a:extLst xmlns:a="http://schemas.openxmlformats.org/drawingml/2006/main">
              <a:ext uri="{FF2B5EF4-FFF2-40B4-BE49-F238E27FC236}">
                <a16:creationId xmlns:a16="http://schemas.microsoft.com/office/drawing/2014/main" id="{31149391-4650-43A8-AFA2-CBAECBED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91452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3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AI Architecture</a:t>
            </a:r>
          </a:p>
        </p:txBody>
      </p:sp>
      <p:sp>
        <p:nvSpPr>
          <p:cNvPr id="86" name="Text 417: How the AI works">
            <a:extLst xmlns:a="http://schemas.openxmlformats.org/drawingml/2006/main">
              <a:ext uri="{FF2B5EF4-FFF2-40B4-BE49-F238E27FC236}">
                <a16:creationId xmlns:a16="http://schemas.microsoft.com/office/drawing/2014/main" id="{2FC4EA21-C274-4984-B4B8-FDD5E363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12407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825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How the AI works</a:t>
            </a:r>
          </a:p>
        </p:txBody>
      </p:sp>
      <p:sp>
        <p:nvSpPr>
          <p:cNvPr id="87" name="Text 418: ♬">
            <a:extLst xmlns:a="http://schemas.openxmlformats.org/drawingml/2006/main">
              <a:ext uri="{FF2B5EF4-FFF2-40B4-BE49-F238E27FC236}">
                <a16:creationId xmlns:a16="http://schemas.microsoft.com/office/drawing/2014/main" id="{EFB8E1B8-0929-4332-8B15-AE746761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1895475"/>
            <a:ext cx="209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♬</a:t>
            </a:r>
          </a:p>
        </p:txBody>
      </p:sp>
      <p:sp>
        <p:nvSpPr>
          <p:cNvPr id="88" name="Text 419: ♟">
            <a:extLst xmlns:a="http://schemas.openxmlformats.org/drawingml/2006/main">
              <a:ext uri="{FF2B5EF4-FFF2-40B4-BE49-F238E27FC236}">
                <a16:creationId xmlns:a16="http://schemas.microsoft.com/office/drawing/2014/main" id="{0BBEB05E-1F0F-4B5E-B53E-49751F13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895475"/>
            <a:ext cx="219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D044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FFD044"/>
                </a:solidFill>
                <a:latin typeface="Arial Narrow"/>
                <a:ea typeface="Arial Narrow"/>
                <a:cs typeface="Arial Narrow"/>
              </a:rPr>
              <a:t>♟</a:t>
            </a:r>
          </a:p>
        </p:txBody>
      </p:sp>
      <p:sp>
        <p:nvSpPr>
          <p:cNvPr id="89" name="Panel 420">
            <a:extLst xmlns:a="http://schemas.openxmlformats.org/drawingml/2006/main">
              <a:ext uri="{FF2B5EF4-FFF2-40B4-BE49-F238E27FC236}">
                <a16:creationId xmlns:a16="http://schemas.microsoft.com/office/drawing/2014/main" id="{01C52EA8-6205-4A69-81D4-E4196C3B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914525"/>
            <a:ext cx="542925" cy="180975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132B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Text 421: ATHLETE">
            <a:extLst xmlns:a="http://schemas.openxmlformats.org/drawingml/2006/main">
              <a:ext uri="{FF2B5EF4-FFF2-40B4-BE49-F238E27FC236}">
                <a16:creationId xmlns:a16="http://schemas.microsoft.com/office/drawing/2014/main" id="{2944E1FA-A210-48FB-A539-EC87B3CA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1962150"/>
            <a:ext cx="457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600" b="1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ATHLETE</a:t>
            </a:r>
          </a:p>
        </p:txBody>
      </p:sp>
      <p:sp>
        <p:nvSpPr>
          <p:cNvPr id="91" name="Circle 422">
            <a:extLst xmlns:a="http://schemas.openxmlformats.org/drawingml/2006/main">
              <a:ext uri="{FF2B5EF4-FFF2-40B4-BE49-F238E27FC236}">
                <a16:creationId xmlns:a16="http://schemas.microsoft.com/office/drawing/2014/main" id="{A5021D19-CC4D-47EC-B98A-093D1978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87642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E7FA"/>
          </a:solidFill>
          <a:ln xmlns:a="http://schemas.openxmlformats.org/drawingml/2006/main" w="0">
            <a:noFill/>
          </a:ln>
        </p:spPr>
      </p:sp>
      <p:sp>
        <p:nvSpPr>
          <p:cNvPr id="92" name="Text 423: AS">
            <a:extLst xmlns:a="http://schemas.openxmlformats.org/drawingml/2006/main">
              <a:ext uri="{FF2B5EF4-FFF2-40B4-BE49-F238E27FC236}">
                <a16:creationId xmlns:a16="http://schemas.microsoft.com/office/drawing/2014/main" id="{B83BC665-97E5-4F72-B809-F28EEA9C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1924050"/>
            <a:ext cx="2190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9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AS</a:t>
            </a:r>
          </a:p>
        </p:txBody>
      </p:sp>
      <p:sp>
        <p:nvSpPr>
          <p:cNvPr id="93" name="Panel 424">
            <a:extLst xmlns:a="http://schemas.openxmlformats.org/drawingml/2006/main">
              <a:ext uri="{FF2B5EF4-FFF2-40B4-BE49-F238E27FC236}">
                <a16:creationId xmlns:a16="http://schemas.microsoft.com/office/drawing/2014/main" id="{B74DF5E7-3F52-44FC-9C9B-A43E986D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57450"/>
            <a:ext cx="1019175" cy="190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1293F"/>
          </a:solidFill>
          <a:ln xmlns:a="http://schemas.openxmlformats.org/drawingml/2006/main" w="5715">
            <a:solidFill>
              <a:srgbClr val="203D52"/>
            </a:solidFill>
            <a:prstDash val="solid"/>
          </a:ln>
        </p:spPr>
      </p:sp>
      <p:sp>
        <p:nvSpPr>
          <p:cNvPr id="94" name="Text 425: ♟  ATHLETE PANEL">
            <a:extLst xmlns:a="http://schemas.openxmlformats.org/drawingml/2006/main">
              <a:ext uri="{FF2B5EF4-FFF2-40B4-BE49-F238E27FC236}">
                <a16:creationId xmlns:a16="http://schemas.microsoft.com/office/drawing/2014/main" id="{10796D48-559B-4ADE-80BC-39B718E5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8858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563" b="1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♟  ATHLETE PANEL</a:t>
            </a:r>
          </a:p>
        </p:txBody>
      </p:sp>
      <p:sp>
        <p:nvSpPr>
          <p:cNvPr id="95" name="Text 426: OVERVIEW">
            <a:extLst xmlns:a="http://schemas.openxmlformats.org/drawingml/2006/main">
              <a:ext uri="{FF2B5EF4-FFF2-40B4-BE49-F238E27FC236}">
                <a16:creationId xmlns:a16="http://schemas.microsoft.com/office/drawing/2014/main" id="{A60EC024-130A-41EC-99F8-0C3362DE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71775"/>
            <a:ext cx="1038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" b="1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510" b="1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OVERVIEW</a:t>
            </a:r>
          </a:p>
        </p:txBody>
      </p:sp>
      <p:sp>
        <p:nvSpPr>
          <p:cNvPr id="96" name="Text 427: ⌂  Dashboard">
            <a:extLst xmlns:a="http://schemas.openxmlformats.org/drawingml/2006/main">
              <a:ext uri="{FF2B5EF4-FFF2-40B4-BE49-F238E27FC236}">
                <a16:creationId xmlns:a16="http://schemas.microsoft.com/office/drawing/2014/main" id="{36EF3DC9-FD39-4124-944C-74333AB2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33700"/>
            <a:ext cx="1038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⌂  Dashboard</a:t>
            </a:r>
          </a:p>
        </p:txBody>
      </p:sp>
      <p:sp>
        <p:nvSpPr>
          <p:cNvPr id="97" name="Text 428: ⌁  Performance">
            <a:extLst xmlns:a="http://schemas.openxmlformats.org/drawingml/2006/main">
              <a:ext uri="{FF2B5EF4-FFF2-40B4-BE49-F238E27FC236}">
                <a16:creationId xmlns:a16="http://schemas.microsoft.com/office/drawing/2014/main" id="{46C4798F-714E-470F-97ED-23710871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05150"/>
            <a:ext cx="1038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⌁  Performance</a:t>
            </a:r>
          </a:p>
        </p:txBody>
      </p:sp>
      <p:sp>
        <p:nvSpPr>
          <p:cNvPr id="98" name="Text 429: TRAIN">
            <a:extLst xmlns:a="http://schemas.openxmlformats.org/drawingml/2006/main">
              <a:ext uri="{FF2B5EF4-FFF2-40B4-BE49-F238E27FC236}">
                <a16:creationId xmlns:a16="http://schemas.microsoft.com/office/drawing/2014/main" id="{BB9BDF8B-C5E5-4CC2-A6B2-8F8C43D8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33750"/>
            <a:ext cx="1038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" b="1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510" b="1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TRAIN</a:t>
            </a:r>
          </a:p>
        </p:txBody>
      </p:sp>
      <p:sp>
        <p:nvSpPr>
          <p:cNvPr id="99" name="Text 430: ↥  New Assessment">
            <a:extLst xmlns:a="http://schemas.openxmlformats.org/drawingml/2006/main">
              <a:ext uri="{FF2B5EF4-FFF2-40B4-BE49-F238E27FC236}">
                <a16:creationId xmlns:a16="http://schemas.microsoft.com/office/drawing/2014/main" id="{53D160CD-846A-4C31-A941-78E3D9F3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95675"/>
            <a:ext cx="1038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↥  New Assessment</a:t>
            </a:r>
          </a:p>
        </p:txBody>
      </p:sp>
      <p:sp>
        <p:nvSpPr>
          <p:cNvPr id="100" name="Text 431: ▣  Live Pose">
            <a:extLst xmlns:a="http://schemas.openxmlformats.org/drawingml/2006/main">
              <a:ext uri="{FF2B5EF4-FFF2-40B4-BE49-F238E27FC236}">
                <a16:creationId xmlns:a16="http://schemas.microsoft.com/office/drawing/2014/main" id="{96E99202-B820-403F-BA8F-7FFC4BFC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67125"/>
            <a:ext cx="1038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▣  Live Pose</a:t>
            </a:r>
          </a:p>
        </p:txBody>
      </p:sp>
      <p:sp>
        <p:nvSpPr>
          <p:cNvPr id="101" name="Text 432: ▤  Reports">
            <a:extLst xmlns:a="http://schemas.openxmlformats.org/drawingml/2006/main">
              <a:ext uri="{FF2B5EF4-FFF2-40B4-BE49-F238E27FC236}">
                <a16:creationId xmlns:a16="http://schemas.microsoft.com/office/drawing/2014/main" id="{6F225AA5-9C7F-4CD1-A2F3-F7313587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38575"/>
            <a:ext cx="1038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▤  Reports</a:t>
            </a:r>
          </a:p>
        </p:txBody>
      </p:sp>
      <p:sp>
        <p:nvSpPr>
          <p:cNvPr id="102" name="Text 433: ⚑  Career Plan">
            <a:extLst xmlns:a="http://schemas.openxmlformats.org/drawingml/2006/main">
              <a:ext uri="{FF2B5EF4-FFF2-40B4-BE49-F238E27FC236}">
                <a16:creationId xmlns:a16="http://schemas.microsoft.com/office/drawing/2014/main" id="{9C2D69B6-CF5F-4AD1-A96B-CFDA2225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10025"/>
            <a:ext cx="1038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⚑  Career Plan</a:t>
            </a:r>
          </a:p>
        </p:txBody>
      </p:sp>
      <p:sp>
        <p:nvSpPr>
          <p:cNvPr id="103" name="Text 434: COMPETE">
            <a:extLst xmlns:a="http://schemas.openxmlformats.org/drawingml/2006/main">
              <a:ext uri="{FF2B5EF4-FFF2-40B4-BE49-F238E27FC236}">
                <a16:creationId xmlns:a16="http://schemas.microsoft.com/office/drawing/2014/main" id="{11D7658B-0425-4480-B8B2-FDE68762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38625"/>
            <a:ext cx="1038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" b="1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510" b="1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COMPETE</a:t>
            </a:r>
          </a:p>
        </p:txBody>
      </p:sp>
      <p:sp>
        <p:nvSpPr>
          <p:cNvPr id="104" name="Text 435: ♧  Leaderboard">
            <a:extLst xmlns:a="http://schemas.openxmlformats.org/drawingml/2006/main">
              <a:ext uri="{FF2B5EF4-FFF2-40B4-BE49-F238E27FC236}">
                <a16:creationId xmlns:a16="http://schemas.microsoft.com/office/drawing/2014/main" id="{616B7218-FBB1-4534-ADE7-DD92911D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00550"/>
            <a:ext cx="1038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♧  Leaderboard</a:t>
            </a:r>
          </a:p>
        </p:txBody>
      </p:sp>
      <p:sp>
        <p:nvSpPr>
          <p:cNvPr id="105" name="Text 436: ▧  Card &amp; Badges">
            <a:extLst xmlns:a="http://schemas.openxmlformats.org/drawingml/2006/main">
              <a:ext uri="{FF2B5EF4-FFF2-40B4-BE49-F238E27FC236}">
                <a16:creationId xmlns:a16="http://schemas.microsoft.com/office/drawing/2014/main" id="{8DE746C5-509F-47D7-9C38-0544E354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72000"/>
            <a:ext cx="1038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▧  Card &amp; Badges</a:t>
            </a:r>
          </a:p>
        </p:txBody>
      </p:sp>
      <p:sp>
        <p:nvSpPr>
          <p:cNvPr id="106" name="Text 437: CONNECT">
            <a:extLst xmlns:a="http://schemas.openxmlformats.org/drawingml/2006/main">
              <a:ext uri="{FF2B5EF4-FFF2-40B4-BE49-F238E27FC236}">
                <a16:creationId xmlns:a16="http://schemas.microsoft.com/office/drawing/2014/main" id="{1D992209-C825-43CD-B988-51643C17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00600"/>
            <a:ext cx="1038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" b="1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510" b="1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CONNECT</a:t>
            </a:r>
          </a:p>
        </p:txBody>
      </p:sp>
      <p:sp>
        <p:nvSpPr>
          <p:cNvPr id="107" name="Text 438: ♧  Coaches">
            <a:extLst xmlns:a="http://schemas.openxmlformats.org/drawingml/2006/main">
              <a:ext uri="{FF2B5EF4-FFF2-40B4-BE49-F238E27FC236}">
                <a16:creationId xmlns:a16="http://schemas.microsoft.com/office/drawing/2014/main" id="{D270C557-08C7-4956-AC13-DD2D2A66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62525"/>
            <a:ext cx="1038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♧  Coaches</a:t>
            </a:r>
          </a:p>
        </p:txBody>
      </p:sp>
      <p:sp>
        <p:nvSpPr>
          <p:cNvPr id="108" name="Text 439: ✉  Messages">
            <a:extLst xmlns:a="http://schemas.openxmlformats.org/drawingml/2006/main">
              <a:ext uri="{FF2B5EF4-FFF2-40B4-BE49-F238E27FC236}">
                <a16:creationId xmlns:a16="http://schemas.microsoft.com/office/drawing/2014/main" id="{FABEC866-F2C0-42BB-83DE-ADE39B92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33975"/>
            <a:ext cx="1038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✉  Messages</a:t>
            </a:r>
          </a:p>
        </p:txBody>
      </p:sp>
      <p:sp>
        <p:nvSpPr>
          <p:cNvPr id="109" name="Circle 440">
            <a:extLst xmlns:a="http://schemas.openxmlformats.org/drawingml/2006/main">
              <a:ext uri="{FF2B5EF4-FFF2-40B4-BE49-F238E27FC236}">
                <a16:creationId xmlns:a16="http://schemas.microsoft.com/office/drawing/2014/main" id="{DFD4AF98-BA8B-4F15-B5D5-903B64C7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391150"/>
            <a:ext cx="276225" cy="276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E7FA"/>
          </a:solidFill>
          <a:ln xmlns:a="http://schemas.openxmlformats.org/drawingml/2006/main" w="0">
            <a:noFill/>
          </a:ln>
        </p:spPr>
      </p:sp>
      <p:sp>
        <p:nvSpPr>
          <p:cNvPr id="110" name="Text 441: AS">
            <a:extLst xmlns:a="http://schemas.openxmlformats.org/drawingml/2006/main">
              <a:ext uri="{FF2B5EF4-FFF2-40B4-BE49-F238E27FC236}">
                <a16:creationId xmlns:a16="http://schemas.microsoft.com/office/drawing/2014/main" id="{EE54D5AB-72F3-4843-ADEB-C4C7576D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448300"/>
            <a:ext cx="266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AS</a:t>
            </a:r>
          </a:p>
        </p:txBody>
      </p:sp>
      <p:sp>
        <p:nvSpPr>
          <p:cNvPr id="111" name="Text 442: Arjun Singh">
            <a:extLst xmlns:a="http://schemas.openxmlformats.org/drawingml/2006/main">
              <a:ext uri="{FF2B5EF4-FFF2-40B4-BE49-F238E27FC236}">
                <a16:creationId xmlns:a16="http://schemas.microsoft.com/office/drawing/2014/main" id="{1AB7BCEC-BDD3-4D15-8030-09FA07CD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410200"/>
            <a:ext cx="7334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8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Arjun Singh</a:t>
            </a:r>
          </a:p>
        </p:txBody>
      </p:sp>
      <p:sp>
        <p:nvSpPr>
          <p:cNvPr id="112" name="Text 443: Cricket · 17 yrs">
            <a:extLst xmlns:a="http://schemas.openxmlformats.org/drawingml/2006/main">
              <a:ext uri="{FF2B5EF4-FFF2-40B4-BE49-F238E27FC236}">
                <a16:creationId xmlns:a16="http://schemas.microsoft.com/office/drawing/2014/main" id="{34AAF86B-271D-4CB4-842A-AFC8EA4C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562600"/>
            <a:ext cx="7334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563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Cricket · 17 yrs</a:t>
            </a:r>
          </a:p>
        </p:txBody>
      </p:sp>
      <p:sp>
        <p:nvSpPr>
          <p:cNvPr id="113" name="Panel 444">
            <a:extLst xmlns:a="http://schemas.openxmlformats.org/drawingml/2006/main">
              <a:ext uri="{FF2B5EF4-FFF2-40B4-BE49-F238E27FC236}">
                <a16:creationId xmlns:a16="http://schemas.microsoft.com/office/drawing/2014/main" id="{568BE7B5-8D6A-4FB9-8608-349F2D87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772150"/>
            <a:ext cx="981075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61626"/>
          </a:solidFill>
          <a:ln xmlns:a="http://schemas.openxmlformats.org/drawingml/2006/main" w="5715">
            <a:solidFill>
              <a:srgbClr val="31516A"/>
            </a:solidFill>
            <a:prstDash val="solid"/>
          </a:ln>
        </p:spPr>
      </p:sp>
      <p:sp>
        <p:nvSpPr>
          <p:cNvPr id="114" name="Text 445: LANGUAGE">
            <a:extLst xmlns:a="http://schemas.openxmlformats.org/drawingml/2006/main">
              <a:ext uri="{FF2B5EF4-FFF2-40B4-BE49-F238E27FC236}">
                <a16:creationId xmlns:a16="http://schemas.microsoft.com/office/drawing/2014/main" id="{F127F4BB-3C47-471A-86EA-133B0597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857875"/>
            <a:ext cx="4095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" b="1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450" b="1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LANGUAGE</a:t>
            </a:r>
          </a:p>
        </p:txBody>
      </p:sp>
      <p:sp>
        <p:nvSpPr>
          <p:cNvPr id="115" name="Text 446: English  ▾">
            <a:extLst xmlns:a="http://schemas.openxmlformats.org/drawingml/2006/main">
              <a:ext uri="{FF2B5EF4-FFF2-40B4-BE49-F238E27FC236}">
                <a16:creationId xmlns:a16="http://schemas.microsoft.com/office/drawing/2014/main" id="{B2FA8B7F-026F-40FD-B4F7-2CCCB5CC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5829300"/>
            <a:ext cx="4667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6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English  ▾</a:t>
            </a:r>
          </a:p>
        </p:txBody>
      </p:sp>
      <p:sp>
        <p:nvSpPr>
          <p:cNvPr id="116" name="Panel 447">
            <a:extLst xmlns:a="http://schemas.openxmlformats.org/drawingml/2006/main">
              <a:ext uri="{FF2B5EF4-FFF2-40B4-BE49-F238E27FC236}">
                <a16:creationId xmlns:a16="http://schemas.microsoft.com/office/drawing/2014/main" id="{388BC2E7-A849-4BED-BC74-56EFBA4B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067425"/>
            <a:ext cx="1019175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61626"/>
          </a:solidFill>
          <a:ln xmlns:a="http://schemas.openxmlformats.org/drawingml/2006/main" w="5715">
            <a:solidFill>
              <a:srgbClr val="096686"/>
            </a:solidFill>
            <a:prstDash val="solid"/>
          </a:ln>
        </p:spPr>
      </p:sp>
      <p:sp>
        <p:nvSpPr>
          <p:cNvPr id="117" name="Text 448: ▣  Logout">
            <a:extLst xmlns:a="http://schemas.openxmlformats.org/drawingml/2006/main">
              <a:ext uri="{FF2B5EF4-FFF2-40B4-BE49-F238E27FC236}">
                <a16:creationId xmlns:a16="http://schemas.microsoft.com/office/drawing/2014/main" id="{9871CE9C-684D-4665-8CDF-AC9F7C61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6105525"/>
            <a:ext cx="6572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75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▣  Logout</a:t>
            </a:r>
          </a:p>
        </p:txBody>
      </p:sp>
      <p:sp>
        <p:nvSpPr>
          <p:cNvPr id="118" name="Text 449: Owned by Archita Tripathi &amp; Manthan Dhanraj">
            <a:extLst xmlns:a="http://schemas.openxmlformats.org/drawingml/2006/main">
              <a:ext uri="{FF2B5EF4-FFF2-40B4-BE49-F238E27FC236}">
                <a16:creationId xmlns:a16="http://schemas.microsoft.com/office/drawing/2014/main" id="{177A5D1C-4F23-4A21-BC3F-553CEB8F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343650"/>
            <a:ext cx="10763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36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Owned by Archita Tripathi &amp; Manthan Dhanraj</a:t>
            </a:r>
          </a:p>
        </p:txBody>
      </p:sp>
      <p:sp>
        <p:nvSpPr>
          <p:cNvPr id="119" name="Text 450: AI Architecture">
            <a:extLst xmlns:a="http://schemas.openxmlformats.org/drawingml/2006/main">
              <a:ext uri="{FF2B5EF4-FFF2-40B4-BE49-F238E27FC236}">
                <a16:creationId xmlns:a16="http://schemas.microsoft.com/office/drawing/2014/main" id="{0B1DDB1A-6336-470C-94AC-27E95F05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390775"/>
            <a:ext cx="575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AI Architecture</a:t>
            </a:r>
          </a:p>
        </p:txBody>
      </p:sp>
      <p:sp>
        <p:nvSpPr>
          <p:cNvPr id="120" name="Text 451: How AthletixAI turns a video into a talent score — end to end pip">
            <a:extLst xmlns:a="http://schemas.openxmlformats.org/drawingml/2006/main">
              <a:ext uri="{FF2B5EF4-FFF2-40B4-BE49-F238E27FC236}">
                <a16:creationId xmlns:a16="http://schemas.microsoft.com/office/drawing/2014/main" id="{DBD2B57B-9F5C-469A-8484-AF6BD941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647950"/>
            <a:ext cx="5800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825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How AthletixAI turns a video into a talent score — end to end pipeline</a:t>
            </a:r>
          </a:p>
        </p:txBody>
      </p:sp>
      <p:sp>
        <p:nvSpPr>
          <p:cNvPr id="121" name="Panel 452">
            <a:extLst xmlns:a="http://schemas.openxmlformats.org/drawingml/2006/main">
              <a:ext uri="{FF2B5EF4-FFF2-40B4-BE49-F238E27FC236}">
                <a16:creationId xmlns:a16="http://schemas.microsoft.com/office/drawing/2014/main" id="{8CFD84FE-5310-4F67-A95A-469F1124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895600"/>
            <a:ext cx="6038850" cy="1676400"/>
          </a:xfrm>
          <a:prstGeom xmlns:a="http://schemas.openxmlformats.org/drawingml/2006/main" prst="roundRect">
            <a:avLst>
              <a:gd name="adj" fmla="val 5682"/>
            </a:avLst>
          </a:prstGeom>
          <a:solidFill xmlns:a="http://schemas.openxmlformats.org/drawingml/2006/main">
            <a:srgbClr val="0C2439"/>
          </a:solidFill>
          <a:ln xmlns:a="http://schemas.openxmlformats.org/drawingml/2006/main" w="6668">
            <a:solidFill>
              <a:srgbClr val="223A4D"/>
            </a:solidFill>
            <a:prstDash val="solid"/>
          </a:ln>
        </p:spPr>
      </p:sp>
      <p:sp>
        <p:nvSpPr>
          <p:cNvPr id="122" name="Text 453: Processing Pipeline">
            <a:extLst xmlns:a="http://schemas.openxmlformats.org/drawingml/2006/main">
              <a:ext uri="{FF2B5EF4-FFF2-40B4-BE49-F238E27FC236}">
                <a16:creationId xmlns:a16="http://schemas.microsoft.com/office/drawing/2014/main" id="{80457B5D-515E-4BAA-9BA3-FAC9114B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57525"/>
            <a:ext cx="53816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9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Processing Pipeline</a:t>
            </a:r>
          </a:p>
        </p:txBody>
      </p:sp>
      <p:sp>
        <p:nvSpPr>
          <p:cNvPr id="123" name="Text 454: ✦">
            <a:extLst xmlns:a="http://schemas.openxmlformats.org/drawingml/2006/main">
              <a:ext uri="{FF2B5EF4-FFF2-40B4-BE49-F238E27FC236}">
                <a16:creationId xmlns:a16="http://schemas.microsoft.com/office/drawing/2014/main" id="{5F5CF952-1D2E-4E64-B261-1E41A905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038475"/>
            <a:ext cx="1619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✦</a:t>
            </a:r>
          </a:p>
        </p:txBody>
      </p:sp>
      <p:sp>
        <p:nvSpPr>
          <p:cNvPr id="124" name="Panel 455">
            <a:extLst xmlns:a="http://schemas.openxmlformats.org/drawingml/2006/main">
              <a:ext uri="{FF2B5EF4-FFF2-40B4-BE49-F238E27FC236}">
                <a16:creationId xmlns:a16="http://schemas.microsoft.com/office/drawing/2014/main" id="{CF56C8E0-4B04-4F5C-9EA1-EAD60E5C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276600"/>
            <a:ext cx="1066800" cy="10668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11283D"/>
          </a:solidFill>
          <a:ln xmlns:a="http://schemas.openxmlformats.org/drawingml/2006/main" w="4763">
            <a:solidFill>
              <a:srgbClr val="294458"/>
            </a:solidFill>
            <a:prstDash val="solid"/>
          </a:ln>
        </p:spPr>
      </p:sp>
      <p:pic>
        <p:nvPicPr>
          <p:cNvPr id="3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3ab21545a7471f"/>
          <a:stretch xmlns:a="http://schemas.openxmlformats.org/drawingml/2006/main"/>
        </p:blipFill>
        <p:spPr>
          <a:xfrm xmlns:a="http://schemas.openxmlformats.org/drawingml/2006/main">
            <a:off x="6172200" y="3438525"/>
            <a:ext cx="295275" cy="342900"/>
          </a:xfrm>
          <a:prstGeom xmlns:a="http://schemas.openxmlformats.org/drawingml/2006/main" prst="rect">
            <a:avLst/>
          </a:prstGeom>
        </p:spPr>
      </p:pic>
      <p:sp>
        <p:nvSpPr>
          <p:cNvPr id="126" name="Text 456: 1. Video Input">
            <a:extLst xmlns:a="http://schemas.openxmlformats.org/drawingml/2006/main">
              <a:ext uri="{FF2B5EF4-FFF2-40B4-BE49-F238E27FC236}">
                <a16:creationId xmlns:a16="http://schemas.microsoft.com/office/drawing/2014/main" id="{42AA8564-9DC7-42D7-83D9-9CCADE8B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81425"/>
            <a:ext cx="981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788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1. Video Input</a:t>
            </a:r>
          </a:p>
        </p:txBody>
      </p:sp>
      <p:sp>
        <p:nvSpPr>
          <p:cNvPr id="127" name="Text 457: Camera / uploaded clip of the athlete">
            <a:extLst xmlns:a="http://schemas.openxmlformats.org/drawingml/2006/main">
              <a:ext uri="{FF2B5EF4-FFF2-40B4-BE49-F238E27FC236}">
                <a16:creationId xmlns:a16="http://schemas.microsoft.com/office/drawing/2014/main" id="{B9E3253E-68BA-4B3F-9624-F8C183E8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10025"/>
            <a:ext cx="981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Camera / uploaded clip of</a:t>
            </a:r>
          </a:p>
          <a:p xmlns:a="http://schemas.openxmlformats.org/drawingml/2006/main">
            <a:pPr algn="ctr">
              <a:def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the athlete</a:t>
            </a:r>
          </a:p>
        </p:txBody>
      </p:sp>
      <p:sp>
        <p:nvSpPr>
          <p:cNvPr id="128" name="Editable flow arrow 458">
            <a:extLst xmlns:a="http://schemas.openxmlformats.org/drawingml/2006/main">
              <a:ext uri="{FF2B5EF4-FFF2-40B4-BE49-F238E27FC236}">
                <a16:creationId xmlns:a16="http://schemas.microsoft.com/office/drawing/2014/main" id="{3033F5A9-BBDF-4236-AD3F-0A404BF6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62375"/>
            <a:ext cx="123825" cy="104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E7FA"/>
          </a:solidFill>
          <a:ln xmlns:a="http://schemas.openxmlformats.org/drawingml/2006/main" w="0">
            <a:noFill/>
          </a:ln>
        </p:spPr>
      </p:sp>
      <p:sp>
        <p:nvSpPr>
          <p:cNvPr id="129" name="Panel 459">
            <a:extLst xmlns:a="http://schemas.openxmlformats.org/drawingml/2006/main">
              <a:ext uri="{FF2B5EF4-FFF2-40B4-BE49-F238E27FC236}">
                <a16:creationId xmlns:a16="http://schemas.microsoft.com/office/drawing/2014/main" id="{D9417D8E-8777-4C9C-90EE-11815DAF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76600"/>
            <a:ext cx="1066800" cy="10668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11283D"/>
          </a:solidFill>
          <a:ln xmlns:a="http://schemas.openxmlformats.org/drawingml/2006/main" w="4763">
            <a:solidFill>
              <a:srgbClr val="294458"/>
            </a:solidFill>
            <a:prstDash val="solid"/>
          </a:ln>
        </p:spPr>
      </p:sp>
      <p:pic>
        <p:nvPicPr>
          <p:cNvPr id="3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999e02521f4a1a"/>
          <a:stretch xmlns:a="http://schemas.openxmlformats.org/drawingml/2006/main"/>
        </p:blipFill>
        <p:spPr>
          <a:xfrm xmlns:a="http://schemas.openxmlformats.org/drawingml/2006/main">
            <a:off x="7286625" y="3400425"/>
            <a:ext cx="323850" cy="342900"/>
          </a:xfrm>
          <a:prstGeom xmlns:a="http://schemas.openxmlformats.org/drawingml/2006/main" prst="rect">
            <a:avLst/>
          </a:prstGeom>
        </p:spPr>
      </p:pic>
      <p:sp>
        <p:nvSpPr>
          <p:cNvPr id="131" name="Text 460: 2. Pose Estimation">
            <a:extLst xmlns:a="http://schemas.openxmlformats.org/drawingml/2006/main">
              <a:ext uri="{FF2B5EF4-FFF2-40B4-BE49-F238E27FC236}">
                <a16:creationId xmlns:a16="http://schemas.microsoft.com/office/drawing/2014/main" id="{58600573-5414-45CA-96BC-4B94CDCB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781425"/>
            <a:ext cx="981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788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2. Pose Estimation</a:t>
            </a:r>
          </a:p>
        </p:txBody>
      </p:sp>
      <p:sp>
        <p:nvSpPr>
          <p:cNvPr id="132" name="Text 461: MediaPipe extracts 33 body keypoints per frame">
            <a:extLst xmlns:a="http://schemas.openxmlformats.org/drawingml/2006/main">
              <a:ext uri="{FF2B5EF4-FFF2-40B4-BE49-F238E27FC236}">
                <a16:creationId xmlns:a16="http://schemas.microsoft.com/office/drawing/2014/main" id="{B840DE9B-B2F8-4F35-AF75-469C64AF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010025"/>
            <a:ext cx="981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MediaPipe extracts 33</a:t>
            </a:r>
          </a:p>
          <a:p xmlns:a="http://schemas.openxmlformats.org/drawingml/2006/main">
            <a:pPr algn="ctr">
              <a:def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body keypoints per frame</a:t>
            </a:r>
          </a:p>
        </p:txBody>
      </p:sp>
      <p:sp>
        <p:nvSpPr>
          <p:cNvPr id="133" name="Editable flow arrow 462">
            <a:extLst xmlns:a="http://schemas.openxmlformats.org/drawingml/2006/main">
              <a:ext uri="{FF2B5EF4-FFF2-40B4-BE49-F238E27FC236}">
                <a16:creationId xmlns:a16="http://schemas.microsoft.com/office/drawing/2014/main" id="{0C25EBC7-0E92-4AF5-9826-A4A7CF27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762375"/>
            <a:ext cx="123825" cy="104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E7FA"/>
          </a:solidFill>
          <a:ln xmlns:a="http://schemas.openxmlformats.org/drawingml/2006/main" w="0">
            <a:noFill/>
          </a:ln>
        </p:spPr>
      </p:sp>
      <p:sp>
        <p:nvSpPr>
          <p:cNvPr id="134" name="Panel 463">
            <a:extLst xmlns:a="http://schemas.openxmlformats.org/drawingml/2006/main">
              <a:ext uri="{FF2B5EF4-FFF2-40B4-BE49-F238E27FC236}">
                <a16:creationId xmlns:a16="http://schemas.microsoft.com/office/drawing/2014/main" id="{594DF342-0379-424D-8CFA-439CFD92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276600"/>
            <a:ext cx="1066800" cy="10668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11283D"/>
          </a:solidFill>
          <a:ln xmlns:a="http://schemas.openxmlformats.org/drawingml/2006/main" w="4763">
            <a:solidFill>
              <a:srgbClr val="294458"/>
            </a:solidFill>
            <a:prstDash val="solid"/>
          </a:ln>
        </p:spPr>
      </p:sp>
      <p:pic>
        <p:nvPicPr>
          <p:cNvPr id="3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e375514dec42f4"/>
          <a:stretch xmlns:a="http://schemas.openxmlformats.org/drawingml/2006/main"/>
        </p:blipFill>
        <p:spPr>
          <a:xfrm xmlns:a="http://schemas.openxmlformats.org/drawingml/2006/main">
            <a:off x="8477250" y="3371850"/>
            <a:ext cx="314325" cy="419100"/>
          </a:xfrm>
          <a:prstGeom xmlns:a="http://schemas.openxmlformats.org/drawingml/2006/main" prst="rect">
            <a:avLst/>
          </a:prstGeom>
        </p:spPr>
      </p:pic>
      <p:sp>
        <p:nvSpPr>
          <p:cNvPr id="136" name="Text 464: 3. Feature Extraction">
            <a:extLst xmlns:a="http://schemas.openxmlformats.org/drawingml/2006/main">
              <a:ext uri="{FF2B5EF4-FFF2-40B4-BE49-F238E27FC236}">
                <a16:creationId xmlns:a16="http://schemas.microsoft.com/office/drawing/2014/main" id="{93370E6C-987F-43C8-BD09-3253A956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81425"/>
            <a:ext cx="981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788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3. Feature Extraction</a:t>
            </a:r>
          </a:p>
        </p:txBody>
      </p:sp>
      <p:sp>
        <p:nvSpPr>
          <p:cNvPr id="137" name="Text 465: Joint angles, velocity, symmetry, stride">
            <a:extLst xmlns:a="http://schemas.openxmlformats.org/drawingml/2006/main">
              <a:ext uri="{FF2B5EF4-FFF2-40B4-BE49-F238E27FC236}">
                <a16:creationId xmlns:a16="http://schemas.microsoft.com/office/drawing/2014/main" id="{36602ED0-83CB-4B00-A0DD-FC559076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10025"/>
            <a:ext cx="981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Joint angles, velocity,</a:t>
            </a:r>
          </a:p>
          <a:p xmlns:a="http://schemas.openxmlformats.org/drawingml/2006/main">
            <a:pPr algn="ctr">
              <a:def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symmetry, stride</a:t>
            </a:r>
          </a:p>
        </p:txBody>
      </p:sp>
      <p:sp>
        <p:nvSpPr>
          <p:cNvPr id="138" name="Editable flow arrow 466">
            <a:extLst xmlns:a="http://schemas.openxmlformats.org/drawingml/2006/main">
              <a:ext uri="{FF2B5EF4-FFF2-40B4-BE49-F238E27FC236}">
                <a16:creationId xmlns:a16="http://schemas.microsoft.com/office/drawing/2014/main" id="{054F3D43-D462-4214-9740-69998B9A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62375"/>
            <a:ext cx="123825" cy="104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E7FA"/>
          </a:solidFill>
          <a:ln xmlns:a="http://schemas.openxmlformats.org/drawingml/2006/main" w="0">
            <a:noFill/>
          </a:ln>
        </p:spPr>
      </p:sp>
      <p:sp>
        <p:nvSpPr>
          <p:cNvPr id="139" name="Panel 467">
            <a:extLst xmlns:a="http://schemas.openxmlformats.org/drawingml/2006/main">
              <a:ext uri="{FF2B5EF4-FFF2-40B4-BE49-F238E27FC236}">
                <a16:creationId xmlns:a16="http://schemas.microsoft.com/office/drawing/2014/main" id="{DBC9626F-181A-4FEF-8802-1E4D0F3E2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76600"/>
            <a:ext cx="1066800" cy="10668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11283D"/>
          </a:solidFill>
          <a:ln xmlns:a="http://schemas.openxmlformats.org/drawingml/2006/main" w="4763">
            <a:solidFill>
              <a:srgbClr val="294458"/>
            </a:solidFill>
            <a:prstDash val="solid"/>
          </a:ln>
        </p:spPr>
      </p:sp>
      <p:pic>
        <p:nvPicPr>
          <p:cNvPr id="3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515a4e4d4e46f1"/>
          <a:stretch xmlns:a="http://schemas.openxmlformats.org/drawingml/2006/main"/>
        </p:blipFill>
        <p:spPr>
          <a:xfrm xmlns:a="http://schemas.openxmlformats.org/drawingml/2006/main">
            <a:off x="9658350" y="3409950"/>
            <a:ext cx="285750" cy="333375"/>
          </a:xfrm>
          <a:prstGeom xmlns:a="http://schemas.openxmlformats.org/drawingml/2006/main" prst="rect">
            <a:avLst/>
          </a:prstGeom>
        </p:spPr>
      </p:pic>
      <p:sp>
        <p:nvSpPr>
          <p:cNvPr id="141" name="Text 468: 4. ML Scoring">
            <a:extLst xmlns:a="http://schemas.openxmlformats.org/drawingml/2006/main">
              <a:ext uri="{FF2B5EF4-FFF2-40B4-BE49-F238E27FC236}">
                <a16:creationId xmlns:a16="http://schemas.microsoft.com/office/drawing/2014/main" id="{D6570E82-9EC9-4206-9237-52CEEAB3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781425"/>
            <a:ext cx="981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788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4. ML Scoring</a:t>
            </a:r>
          </a:p>
        </p:txBody>
      </p:sp>
      <p:sp>
        <p:nvSpPr>
          <p:cNvPr id="142" name="Text 469: Model maps features → 5 metric scores">
            <a:extLst xmlns:a="http://schemas.openxmlformats.org/drawingml/2006/main">
              <a:ext uri="{FF2B5EF4-FFF2-40B4-BE49-F238E27FC236}">
                <a16:creationId xmlns:a16="http://schemas.microsoft.com/office/drawing/2014/main" id="{BB92B02F-AF58-4ED3-A838-7A8391CE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010025"/>
            <a:ext cx="981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Model maps features → 5</a:t>
            </a:r>
          </a:p>
          <a:p xmlns:a="http://schemas.openxmlformats.org/drawingml/2006/main">
            <a:pPr algn="ctr">
              <a:def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metric scores</a:t>
            </a:r>
          </a:p>
        </p:txBody>
      </p:sp>
      <p:sp>
        <p:nvSpPr>
          <p:cNvPr id="143" name="Editable flow arrow 470">
            <a:extLst xmlns:a="http://schemas.openxmlformats.org/drawingml/2006/main">
              <a:ext uri="{FF2B5EF4-FFF2-40B4-BE49-F238E27FC236}">
                <a16:creationId xmlns:a16="http://schemas.microsoft.com/office/drawing/2014/main" id="{001AD88C-79A5-474D-8034-82AACFD9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762375"/>
            <a:ext cx="123825" cy="104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E7FA"/>
          </a:solidFill>
          <a:ln xmlns:a="http://schemas.openxmlformats.org/drawingml/2006/main" w="0">
            <a:noFill/>
          </a:ln>
        </p:spPr>
      </p:sp>
      <p:sp>
        <p:nvSpPr>
          <p:cNvPr id="144" name="Panel 471">
            <a:extLst xmlns:a="http://schemas.openxmlformats.org/drawingml/2006/main">
              <a:ext uri="{FF2B5EF4-FFF2-40B4-BE49-F238E27FC236}">
                <a16:creationId xmlns:a16="http://schemas.microsoft.com/office/drawing/2014/main" id="{7B095008-DDE4-45D1-B337-237F85F6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276600"/>
            <a:ext cx="1066800" cy="10668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11283D"/>
          </a:solidFill>
          <a:ln xmlns:a="http://schemas.openxmlformats.org/drawingml/2006/main" w="4763">
            <a:solidFill>
              <a:srgbClr val="294458"/>
            </a:solidFill>
            <a:prstDash val="solid"/>
          </a:ln>
        </p:spPr>
      </p:sp>
      <p:pic>
        <p:nvPicPr>
          <p:cNvPr id="3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d5f5b1d587483c"/>
          <a:stretch xmlns:a="http://schemas.openxmlformats.org/drawingml/2006/main"/>
        </p:blipFill>
        <p:spPr>
          <a:xfrm xmlns:a="http://schemas.openxmlformats.org/drawingml/2006/main">
            <a:off x="10887075" y="3409950"/>
            <a:ext cx="295275" cy="333375"/>
          </a:xfrm>
          <a:prstGeom xmlns:a="http://schemas.openxmlformats.org/drawingml/2006/main" prst="rect">
            <a:avLst/>
          </a:prstGeom>
        </p:spPr>
      </p:pic>
      <p:sp>
        <p:nvSpPr>
          <p:cNvPr id="146" name="Text 472: 5. Dashboard">
            <a:extLst xmlns:a="http://schemas.openxmlformats.org/drawingml/2006/main">
              <a:ext uri="{FF2B5EF4-FFF2-40B4-BE49-F238E27FC236}">
                <a16:creationId xmlns:a16="http://schemas.microsoft.com/office/drawing/2014/main" id="{1422445C-FE3A-46C0-9426-FE3693FE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781425"/>
            <a:ext cx="981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788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5. Dashboard</a:t>
            </a:r>
          </a:p>
        </p:txBody>
      </p:sp>
      <p:sp>
        <p:nvSpPr>
          <p:cNvPr id="147" name="Text 473: Reports, predictions, coach &amp; leaderboard">
            <a:extLst xmlns:a="http://schemas.openxmlformats.org/drawingml/2006/main">
              <a:ext uri="{FF2B5EF4-FFF2-40B4-BE49-F238E27FC236}">
                <a16:creationId xmlns:a16="http://schemas.microsoft.com/office/drawing/2014/main" id="{0B7B6D13-613F-4165-9A2F-F85DA598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010025"/>
            <a:ext cx="981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Reports, predictions,</a:t>
            </a:r>
          </a:p>
          <a:p xmlns:a="http://schemas.openxmlformats.org/drawingml/2006/main">
            <a:pPr algn="ctr">
              <a:def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coach &amp; leaderboard</a:t>
            </a:r>
          </a:p>
        </p:txBody>
      </p:sp>
      <p:sp>
        <p:nvSpPr>
          <p:cNvPr id="148" name="Panel 474">
            <a:extLst xmlns:a="http://schemas.openxmlformats.org/drawingml/2006/main">
              <a:ext uri="{FF2B5EF4-FFF2-40B4-BE49-F238E27FC236}">
                <a16:creationId xmlns:a16="http://schemas.microsoft.com/office/drawing/2014/main" id="{C131F827-001F-4B92-8E71-549E3C02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752975"/>
            <a:ext cx="6038850" cy="1400175"/>
          </a:xfrm>
          <a:prstGeom xmlns:a="http://schemas.openxmlformats.org/drawingml/2006/main" prst="roundRect">
            <a:avLst>
              <a:gd name="adj" fmla="val 6803"/>
            </a:avLst>
          </a:prstGeom>
          <a:solidFill xmlns:a="http://schemas.openxmlformats.org/drawingml/2006/main">
            <a:srgbClr val="0D263B"/>
          </a:solidFill>
          <a:ln xmlns:a="http://schemas.openxmlformats.org/drawingml/2006/main" w="6668">
            <a:solidFill>
              <a:srgbClr val="233F53"/>
            </a:solidFill>
            <a:prstDash val="solid"/>
          </a:ln>
        </p:spPr>
      </p:sp>
      <p:sp>
        <p:nvSpPr>
          <p:cNvPr id="149" name="Text 475: Tech Stack">
            <a:extLst xmlns:a="http://schemas.openxmlformats.org/drawingml/2006/main">
              <a:ext uri="{FF2B5EF4-FFF2-40B4-BE49-F238E27FC236}">
                <a16:creationId xmlns:a16="http://schemas.microsoft.com/office/drawing/2014/main" id="{65944B02-4141-486B-ACA1-A6606A74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958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Tech Stack</a:t>
            </a:r>
          </a:p>
        </p:txBody>
      </p:sp>
      <p:sp>
        <p:nvSpPr>
          <p:cNvPr id="150" name="Text 476: ✦">
            <a:extLst xmlns:a="http://schemas.openxmlformats.org/drawingml/2006/main">
              <a:ext uri="{FF2B5EF4-FFF2-40B4-BE49-F238E27FC236}">
                <a16:creationId xmlns:a16="http://schemas.microsoft.com/office/drawing/2014/main" id="{45734335-4B22-43EA-A235-3309B58F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8768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D044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0">
                <a:solidFill>
                  <a:srgbClr val="FFD044"/>
                </a:solidFill>
                <a:latin typeface="Arial Narrow"/>
                <a:ea typeface="Arial Narrow"/>
                <a:cs typeface="Arial Narrow"/>
              </a:rPr>
              <a:t>✦</a:t>
            </a:r>
          </a:p>
        </p:txBody>
      </p:sp>
      <p:sp>
        <p:nvSpPr>
          <p:cNvPr id="151" name="Panel 477">
            <a:extLst xmlns:a="http://schemas.openxmlformats.org/drawingml/2006/main">
              <a:ext uri="{FF2B5EF4-FFF2-40B4-BE49-F238E27FC236}">
                <a16:creationId xmlns:a16="http://schemas.microsoft.com/office/drawing/2014/main" id="{686B46B2-1A1A-433E-A945-D5AA9FAD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133975"/>
            <a:ext cx="18859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22B42"/>
          </a:solidFill>
          <a:ln xmlns:a="http://schemas.openxmlformats.org/drawingml/2006/main" w="3810">
            <a:solidFill>
              <a:srgbClr val="2A465A"/>
            </a:solidFill>
            <a:prstDash val="solid"/>
          </a:ln>
        </p:spPr>
      </p:sp>
      <p:pic>
        <p:nvPicPr>
          <p:cNvPr id="3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8fc34cac9449ba"/>
          <a:stretch xmlns:a="http://schemas.openxmlformats.org/drawingml/2006/main"/>
        </p:blipFill>
        <p:spPr>
          <a:xfrm xmlns:a="http://schemas.openxmlformats.org/drawingml/2006/main">
            <a:off x="5838825" y="5222648"/>
            <a:ext cx="238125" cy="260804"/>
          </a:xfrm>
          <a:prstGeom xmlns:a="http://schemas.openxmlformats.org/drawingml/2006/main" prst="rect">
            <a:avLst/>
          </a:prstGeom>
        </p:spPr>
      </p:pic>
      <p:sp>
        <p:nvSpPr>
          <p:cNvPr id="153" name="Text 478: Frontend">
            <a:extLst xmlns:a="http://schemas.openxmlformats.org/drawingml/2006/main">
              <a:ext uri="{FF2B5EF4-FFF2-40B4-BE49-F238E27FC236}">
                <a16:creationId xmlns:a16="http://schemas.microsoft.com/office/drawing/2014/main" id="{5A04E840-9F6F-4D46-AC69-CE608D1D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200650"/>
            <a:ext cx="1447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8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Frontend</a:t>
            </a:r>
          </a:p>
        </p:txBody>
      </p:sp>
      <p:sp>
        <p:nvSpPr>
          <p:cNvPr id="154" name="Text 479: HTML · CSS · Chart.js">
            <a:extLst xmlns:a="http://schemas.openxmlformats.org/drawingml/2006/main">
              <a:ext uri="{FF2B5EF4-FFF2-40B4-BE49-F238E27FC236}">
                <a16:creationId xmlns:a16="http://schemas.microsoft.com/office/drawing/2014/main" id="{57319C7F-EAA4-4628-B43D-A35862F5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362575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8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548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HTML · CSS · Chart.js</a:t>
            </a:r>
          </a:p>
        </p:txBody>
      </p:sp>
      <p:sp>
        <p:nvSpPr>
          <p:cNvPr id="155" name="Panel 480">
            <a:extLst xmlns:a="http://schemas.openxmlformats.org/drawingml/2006/main">
              <a:ext uri="{FF2B5EF4-FFF2-40B4-BE49-F238E27FC236}">
                <a16:creationId xmlns:a16="http://schemas.microsoft.com/office/drawing/2014/main" id="{42B6211C-CBDD-49F1-9FC0-29E7811C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133975"/>
            <a:ext cx="18859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22B42"/>
          </a:solidFill>
          <a:ln xmlns:a="http://schemas.openxmlformats.org/drawingml/2006/main" w="3810">
            <a:solidFill>
              <a:srgbClr val="2A465A"/>
            </a:solidFill>
            <a:prstDash val="solid"/>
          </a:ln>
        </p:spPr>
      </p:sp>
      <p:pic>
        <p:nvPicPr>
          <p:cNvPr id="3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6264a3025948a9"/>
          <a:stretch xmlns:a="http://schemas.openxmlformats.org/drawingml/2006/main"/>
        </p:blipFill>
        <p:spPr>
          <a:xfrm xmlns:a="http://schemas.openxmlformats.org/drawingml/2006/main">
            <a:off x="7791450" y="5225776"/>
            <a:ext cx="238125" cy="254547"/>
          </a:xfrm>
          <a:prstGeom xmlns:a="http://schemas.openxmlformats.org/drawingml/2006/main" prst="rect">
            <a:avLst/>
          </a:prstGeom>
        </p:spPr>
      </p:pic>
      <p:sp>
        <p:nvSpPr>
          <p:cNvPr id="157" name="Text 481: Pose AI">
            <a:extLst xmlns:a="http://schemas.openxmlformats.org/drawingml/2006/main">
              <a:ext uri="{FF2B5EF4-FFF2-40B4-BE49-F238E27FC236}">
                <a16:creationId xmlns:a16="http://schemas.microsoft.com/office/drawing/2014/main" id="{5EEF5A16-432C-4A8D-92F3-952C0CD7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5200650"/>
            <a:ext cx="1447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8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Pose AI</a:t>
            </a:r>
          </a:p>
        </p:txBody>
      </p:sp>
      <p:sp>
        <p:nvSpPr>
          <p:cNvPr id="158" name="Text 482: MediaPipe Tasks Vision">
            <a:extLst xmlns:a="http://schemas.openxmlformats.org/drawingml/2006/main">
              <a:ext uri="{FF2B5EF4-FFF2-40B4-BE49-F238E27FC236}">
                <a16:creationId xmlns:a16="http://schemas.microsoft.com/office/drawing/2014/main" id="{4FCBB5B3-8C4F-4EF4-9F06-127AD664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5362575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8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548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MediaPipe Tasks Vision</a:t>
            </a:r>
          </a:p>
        </p:txBody>
      </p:sp>
      <p:sp>
        <p:nvSpPr>
          <p:cNvPr id="159" name="Panel 483">
            <a:extLst xmlns:a="http://schemas.openxmlformats.org/drawingml/2006/main">
              <a:ext uri="{FF2B5EF4-FFF2-40B4-BE49-F238E27FC236}">
                <a16:creationId xmlns:a16="http://schemas.microsoft.com/office/drawing/2014/main" id="{437E91D1-91C2-43EE-A423-AE2B3656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133975"/>
            <a:ext cx="18859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22B42"/>
          </a:solidFill>
          <a:ln xmlns:a="http://schemas.openxmlformats.org/drawingml/2006/main" w="3810">
            <a:solidFill>
              <a:srgbClr val="2A465A"/>
            </a:solidFill>
            <a:prstDash val="solid"/>
          </a:ln>
        </p:spPr>
      </p:sp>
      <p:pic>
        <p:nvPicPr>
          <p:cNvPr id="3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cca04a7b574fe7"/>
          <a:stretch xmlns:a="http://schemas.openxmlformats.org/drawingml/2006/main"/>
        </p:blipFill>
        <p:spPr>
          <a:xfrm xmlns:a="http://schemas.openxmlformats.org/drawingml/2006/main">
            <a:off x="9744075" y="5254553"/>
            <a:ext cx="238125" cy="196994"/>
          </a:xfrm>
          <a:prstGeom xmlns:a="http://schemas.openxmlformats.org/drawingml/2006/main" prst="rect">
            <a:avLst/>
          </a:prstGeom>
        </p:spPr>
      </p:pic>
      <p:sp>
        <p:nvSpPr>
          <p:cNvPr id="161" name="Text 484: ML Layer">
            <a:extLst xmlns:a="http://schemas.openxmlformats.org/drawingml/2006/main">
              <a:ext uri="{FF2B5EF4-FFF2-40B4-BE49-F238E27FC236}">
                <a16:creationId xmlns:a16="http://schemas.microsoft.com/office/drawing/2014/main" id="{1B8DE620-7968-4B69-A9D7-CD59A8E0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200650"/>
            <a:ext cx="1447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8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ML Layer</a:t>
            </a:r>
          </a:p>
        </p:txBody>
      </p:sp>
      <p:sp>
        <p:nvSpPr>
          <p:cNvPr id="162" name="Text 485: Scoring &amp; performance prediction">
            <a:extLst xmlns:a="http://schemas.openxmlformats.org/drawingml/2006/main">
              <a:ext uri="{FF2B5EF4-FFF2-40B4-BE49-F238E27FC236}">
                <a16:creationId xmlns:a16="http://schemas.microsoft.com/office/drawing/2014/main" id="{EB007E80-1C56-45E2-93E7-730E660C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362575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8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548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Scoring &amp; performance prediction</a:t>
            </a:r>
          </a:p>
        </p:txBody>
      </p:sp>
      <p:sp>
        <p:nvSpPr>
          <p:cNvPr id="163" name="Panel 486">
            <a:extLst xmlns:a="http://schemas.openxmlformats.org/drawingml/2006/main">
              <a:ext uri="{FF2B5EF4-FFF2-40B4-BE49-F238E27FC236}">
                <a16:creationId xmlns:a16="http://schemas.microsoft.com/office/drawing/2014/main" id="{C614CEC8-C022-4878-A5E1-D58BE81D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638800"/>
            <a:ext cx="18859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22B42"/>
          </a:solidFill>
          <a:ln xmlns:a="http://schemas.openxmlformats.org/drawingml/2006/main" w="3810">
            <a:solidFill>
              <a:srgbClr val="2A465A"/>
            </a:solidFill>
            <a:prstDash val="solid"/>
          </a:ln>
        </p:spPr>
      </p:sp>
      <p:pic>
        <p:nvPicPr>
          <p:cNvPr id="3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836d4fefb24686"/>
          <a:stretch xmlns:a="http://schemas.openxmlformats.org/drawingml/2006/main"/>
        </p:blipFill>
        <p:spPr>
          <a:xfrm xmlns:a="http://schemas.openxmlformats.org/drawingml/2006/main">
            <a:off x="5882120" y="5724525"/>
            <a:ext cx="151534" cy="266700"/>
          </a:xfrm>
          <a:prstGeom xmlns:a="http://schemas.openxmlformats.org/drawingml/2006/main" prst="rect">
            <a:avLst/>
          </a:prstGeom>
        </p:spPr>
      </p:pic>
      <p:sp>
        <p:nvSpPr>
          <p:cNvPr id="165" name="Text 487: Backend">
            <a:extLst xmlns:a="http://schemas.openxmlformats.org/drawingml/2006/main">
              <a:ext uri="{FF2B5EF4-FFF2-40B4-BE49-F238E27FC236}">
                <a16:creationId xmlns:a16="http://schemas.microsoft.com/office/drawing/2014/main" id="{90B3AAEB-F492-4F74-BB45-46ABCF4A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705475"/>
            <a:ext cx="1447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8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Backend</a:t>
            </a:r>
          </a:p>
        </p:txBody>
      </p:sp>
      <p:sp>
        <p:nvSpPr>
          <p:cNvPr id="166" name="Text 488: Flask REST API">
            <a:extLst xmlns:a="http://schemas.openxmlformats.org/drawingml/2006/main">
              <a:ext uri="{FF2B5EF4-FFF2-40B4-BE49-F238E27FC236}">
                <a16:creationId xmlns:a16="http://schemas.microsoft.com/office/drawing/2014/main" id="{7287DABA-453A-4302-8CE0-5C1E3A79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86740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8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548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Flask REST API</a:t>
            </a:r>
          </a:p>
        </p:txBody>
      </p:sp>
      <p:sp>
        <p:nvSpPr>
          <p:cNvPr id="167" name="Panel 489">
            <a:extLst xmlns:a="http://schemas.openxmlformats.org/drawingml/2006/main">
              <a:ext uri="{FF2B5EF4-FFF2-40B4-BE49-F238E27FC236}">
                <a16:creationId xmlns:a16="http://schemas.microsoft.com/office/drawing/2014/main" id="{ED30CD01-E414-4B17-8548-0C14652C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638800"/>
            <a:ext cx="18859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22B42"/>
          </a:solidFill>
          <a:ln xmlns:a="http://schemas.openxmlformats.org/drawingml/2006/main" w="3810">
            <a:solidFill>
              <a:srgbClr val="2A465A"/>
            </a:solidFill>
            <a:prstDash val="solid"/>
          </a:ln>
        </p:spPr>
      </p:sp>
      <p:pic>
        <p:nvPicPr>
          <p:cNvPr id="3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7c87c8c7ff498a"/>
          <a:stretch xmlns:a="http://schemas.openxmlformats.org/drawingml/2006/main"/>
        </p:blipFill>
        <p:spPr>
          <a:xfrm xmlns:a="http://schemas.openxmlformats.org/drawingml/2006/main">
            <a:off x="7803833" y="5724525"/>
            <a:ext cx="213360" cy="266700"/>
          </a:xfrm>
          <a:prstGeom xmlns:a="http://schemas.openxmlformats.org/drawingml/2006/main" prst="rect">
            <a:avLst/>
          </a:prstGeom>
        </p:spPr>
      </p:pic>
      <p:sp>
        <p:nvSpPr>
          <p:cNvPr id="169" name="Text 490: Database">
            <a:extLst xmlns:a="http://schemas.openxmlformats.org/drawingml/2006/main">
              <a:ext uri="{FF2B5EF4-FFF2-40B4-BE49-F238E27FC236}">
                <a16:creationId xmlns:a16="http://schemas.microsoft.com/office/drawing/2014/main" id="{1A36F8A2-4E46-4FD2-B5BA-FA2DC331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5705475"/>
            <a:ext cx="1447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8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Database</a:t>
            </a:r>
          </a:p>
        </p:txBody>
      </p:sp>
      <p:sp>
        <p:nvSpPr>
          <p:cNvPr id="170" name="Text 491: SQLite (users, reports, msgs)">
            <a:extLst xmlns:a="http://schemas.openxmlformats.org/drawingml/2006/main">
              <a:ext uri="{FF2B5EF4-FFF2-40B4-BE49-F238E27FC236}">
                <a16:creationId xmlns:a16="http://schemas.microsoft.com/office/drawing/2014/main" id="{2E62E531-7E00-49E7-AF65-1CC64CD9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586740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8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548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SQLite (users, reports, msgs)</a:t>
            </a:r>
          </a:p>
        </p:txBody>
      </p:sp>
      <p:sp>
        <p:nvSpPr>
          <p:cNvPr id="171" name="Panel 492">
            <a:extLst xmlns:a="http://schemas.openxmlformats.org/drawingml/2006/main">
              <a:ext uri="{FF2B5EF4-FFF2-40B4-BE49-F238E27FC236}">
                <a16:creationId xmlns:a16="http://schemas.microsoft.com/office/drawing/2014/main" id="{A633B1D9-C0F0-47BB-B8C6-9214571B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638800"/>
            <a:ext cx="18859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22B42"/>
          </a:solidFill>
          <a:ln xmlns:a="http://schemas.openxmlformats.org/drawingml/2006/main" w="3810">
            <a:solidFill>
              <a:srgbClr val="2A465A"/>
            </a:solidFill>
            <a:prstDash val="solid"/>
          </a:ln>
        </p:spPr>
      </p:sp>
      <p:pic>
        <p:nvPicPr>
          <p:cNvPr id="3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5e201ec1094d31"/>
          <a:stretch xmlns:a="http://schemas.openxmlformats.org/drawingml/2006/main"/>
        </p:blipFill>
        <p:spPr>
          <a:xfrm xmlns:a="http://schemas.openxmlformats.org/drawingml/2006/main">
            <a:off x="9764977" y="5724525"/>
            <a:ext cx="196321" cy="266700"/>
          </a:xfrm>
          <a:prstGeom xmlns:a="http://schemas.openxmlformats.org/drawingml/2006/main" prst="rect">
            <a:avLst/>
          </a:prstGeom>
        </p:spPr>
      </p:pic>
      <p:sp>
        <p:nvSpPr>
          <p:cNvPr id="173" name="Text 493: Reports">
            <a:extLst xmlns:a="http://schemas.openxmlformats.org/drawingml/2006/main">
              <a:ext uri="{FF2B5EF4-FFF2-40B4-BE49-F238E27FC236}">
                <a16:creationId xmlns:a16="http://schemas.microsoft.com/office/drawing/2014/main" id="{F348FCBF-ED07-4237-B705-DD39E9F8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705475"/>
            <a:ext cx="1447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8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Reports</a:t>
            </a:r>
          </a:p>
        </p:txBody>
      </p:sp>
      <p:sp>
        <p:nvSpPr>
          <p:cNvPr id="174" name="Text 494: jsPDF export">
            <a:extLst xmlns:a="http://schemas.openxmlformats.org/drawingml/2006/main">
              <a:ext uri="{FF2B5EF4-FFF2-40B4-BE49-F238E27FC236}">
                <a16:creationId xmlns:a16="http://schemas.microsoft.com/office/drawing/2014/main" id="{980FFD12-ECB5-4828-8753-EF5A95DC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86740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8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548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jsPDF export</a:t>
            </a:r>
          </a:p>
        </p:txBody>
      </p:sp>
      <p:sp>
        <p:nvSpPr>
          <p:cNvPr id="175" name="Divider 495">
            <a:extLst xmlns:a="http://schemas.openxmlformats.org/drawingml/2006/main">
              <a:ext uri="{FF2B5EF4-FFF2-40B4-BE49-F238E27FC236}">
                <a16:creationId xmlns:a16="http://schemas.microsoft.com/office/drawing/2014/main" id="{172D783B-EEDE-4AAE-A40E-40B2B7FB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3840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176" name="Divider 496">
            <a:extLst xmlns:a="http://schemas.openxmlformats.org/drawingml/2006/main">
              <a:ext uri="{FF2B5EF4-FFF2-40B4-BE49-F238E27FC236}">
                <a16:creationId xmlns:a16="http://schemas.microsoft.com/office/drawing/2014/main" id="{40CC56E9-4C83-41E5-A0A8-4575696C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3840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177" name="Divider 497">
            <a:extLst xmlns:a="http://schemas.openxmlformats.org/drawingml/2006/main">
              <a:ext uri="{FF2B5EF4-FFF2-40B4-BE49-F238E27FC236}">
                <a16:creationId xmlns:a16="http://schemas.microsoft.com/office/drawing/2014/main" id="{2AB557C3-0C5C-4D2B-9BED-E149AA8F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6702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178" name="Circle 498">
            <a:extLst xmlns:a="http://schemas.openxmlformats.org/drawingml/2006/main">
              <a:ext uri="{FF2B5EF4-FFF2-40B4-BE49-F238E27FC236}">
                <a16:creationId xmlns:a16="http://schemas.microsoft.com/office/drawing/2014/main" id="{D9DFB24F-83BF-42EA-AF05-BBB3F78B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390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E7FA"/>
          </a:solidFill>
          <a:ln xmlns:a="http://schemas.openxmlformats.org/drawingml/2006/main" w="0">
            <a:noFill/>
          </a:ln>
        </p:spPr>
      </p:sp>
      <p:sp>
        <p:nvSpPr>
          <p:cNvPr id="179" name="Divider 499">
            <a:extLst xmlns:a="http://schemas.openxmlformats.org/drawingml/2006/main">
              <a:ext uri="{FF2B5EF4-FFF2-40B4-BE49-F238E27FC236}">
                <a16:creationId xmlns:a16="http://schemas.microsoft.com/office/drawing/2014/main" id="{D3A2B2DB-80AB-43D1-AEE8-3B8C8886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6578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180" name="Divider 500">
            <a:extLst xmlns:a="http://schemas.openxmlformats.org/drawingml/2006/main">
              <a:ext uri="{FF2B5EF4-FFF2-40B4-BE49-F238E27FC236}">
                <a16:creationId xmlns:a16="http://schemas.microsoft.com/office/drawing/2014/main" id="{092AFB3A-D122-4CE5-B16B-DA025CBB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72075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181" name="Divider 501">
            <a:extLst xmlns:a="http://schemas.openxmlformats.org/drawingml/2006/main">
              <a:ext uri="{FF2B5EF4-FFF2-40B4-BE49-F238E27FC236}">
                <a16:creationId xmlns:a16="http://schemas.microsoft.com/office/drawing/2014/main" id="{208A5442-7E88-44C0-BCB9-1A64D353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7207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182" name="Circle 502">
            <a:extLst xmlns:a="http://schemas.openxmlformats.org/drawingml/2006/main">
              <a:ext uri="{FF2B5EF4-FFF2-40B4-BE49-F238E27FC236}">
                <a16:creationId xmlns:a16="http://schemas.microsoft.com/office/drawing/2014/main" id="{168DCEB4-5827-46F2-8CB3-4E7438A2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610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E7FA"/>
          </a:solidFill>
          <a:ln xmlns:a="http://schemas.openxmlformats.org/drawingml/2006/main" w="0">
            <a:noFill/>
          </a:ln>
        </p:spPr>
      </p:sp>
      <p:sp>
        <p:nvSpPr>
          <p:cNvPr id="183" name="Divider 503">
            <a:extLst xmlns:a="http://schemas.openxmlformats.org/drawingml/2006/main">
              <a:ext uri="{FF2B5EF4-FFF2-40B4-BE49-F238E27FC236}">
                <a16:creationId xmlns:a16="http://schemas.microsoft.com/office/drawing/2014/main" id="{4B79EA4E-F8CC-469D-803E-FD27450E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2438400"/>
            <a:ext cx="219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184" name="Divider 504">
            <a:extLst xmlns:a="http://schemas.openxmlformats.org/drawingml/2006/main">
              <a:ext uri="{FF2B5EF4-FFF2-40B4-BE49-F238E27FC236}">
                <a16:creationId xmlns:a16="http://schemas.microsoft.com/office/drawing/2014/main" id="{11030386-49E6-4550-AE94-BD988900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243840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185" name="Divider 505">
            <a:extLst xmlns:a="http://schemas.openxmlformats.org/drawingml/2006/main">
              <a:ext uri="{FF2B5EF4-FFF2-40B4-BE49-F238E27FC236}">
                <a16:creationId xmlns:a16="http://schemas.microsoft.com/office/drawing/2014/main" id="{7EC5CF0C-B095-4922-9362-CE960CDA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475" y="2867025"/>
            <a:ext cx="219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186" name="Circle 506">
            <a:extLst xmlns:a="http://schemas.openxmlformats.org/drawingml/2006/main">
              <a:ext uri="{FF2B5EF4-FFF2-40B4-BE49-F238E27FC236}">
                <a16:creationId xmlns:a16="http://schemas.microsoft.com/office/drawing/2014/main" id="{417F7375-309C-44CF-9018-1037F377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390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E7FA"/>
          </a:solidFill>
          <a:ln xmlns:a="http://schemas.openxmlformats.org/drawingml/2006/main" w="0">
            <a:noFill/>
          </a:ln>
        </p:spPr>
      </p:sp>
      <p:sp>
        <p:nvSpPr>
          <p:cNvPr id="187" name="Divider 507">
            <a:extLst xmlns:a="http://schemas.openxmlformats.org/drawingml/2006/main">
              <a:ext uri="{FF2B5EF4-FFF2-40B4-BE49-F238E27FC236}">
                <a16:creationId xmlns:a16="http://schemas.microsoft.com/office/drawing/2014/main" id="{084FFF1C-E1F0-4B59-99D2-04151D39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657850"/>
            <a:ext cx="219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188" name="Divider 508">
            <a:extLst xmlns:a="http://schemas.openxmlformats.org/drawingml/2006/main">
              <a:ext uri="{FF2B5EF4-FFF2-40B4-BE49-F238E27FC236}">
                <a16:creationId xmlns:a16="http://schemas.microsoft.com/office/drawing/2014/main" id="{4B33025D-5114-41B6-82C9-7F1558A0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172075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189" name="Divider 509">
            <a:extLst xmlns:a="http://schemas.openxmlformats.org/drawingml/2006/main">
              <a:ext uri="{FF2B5EF4-FFF2-40B4-BE49-F238E27FC236}">
                <a16:creationId xmlns:a16="http://schemas.microsoft.com/office/drawing/2014/main" id="{F4F39153-8ADF-43EB-8D5D-EC42B7E7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475" y="5172075"/>
            <a:ext cx="219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190" name="Circle 510">
            <a:extLst xmlns:a="http://schemas.openxmlformats.org/drawingml/2006/main">
              <a:ext uri="{FF2B5EF4-FFF2-40B4-BE49-F238E27FC236}">
                <a16:creationId xmlns:a16="http://schemas.microsoft.com/office/drawing/2014/main" id="{AC062873-EE1C-4A45-AC9C-CF5BE0F7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610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E7FA"/>
          </a:solidFill>
          <a:ln xmlns:a="http://schemas.openxmlformats.org/drawingml/2006/main" w="0">
            <a:noFill/>
          </a:ln>
        </p:spPr>
      </p:sp>
      <p:pic>
        <p:nvPicPr>
          <p:cNvPr id="4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8925c5a90f4f28"/>
          <a:stretch xmlns:a="http://schemas.openxmlformats.org/drawingml/2006/main"/>
        </p:blipFill>
        <p:spPr>
          <a:xfrm xmlns:a="http://schemas.openxmlformats.org/drawingml/2006/main">
            <a:off x="0" y="6581775"/>
            <a:ext cx="1419225" cy="1905000"/>
          </a:xfrm>
          <a:prstGeom xmlns:a="http://schemas.openxmlformats.org/drawingml/2006/main" prst="rect">
            <a:avLst/>
          </a:prstGeom>
        </p:spPr>
      </p:pic>
      <p:pic>
        <p:nvPicPr>
          <p:cNvPr id="4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ddd9a1e3d94f36"/>
          <a:stretch xmlns:a="http://schemas.openxmlformats.org/drawingml/2006/main"/>
        </p:blipFill>
        <p:spPr>
          <a:xfrm xmlns:a="http://schemas.openxmlformats.org/drawingml/2006/main">
            <a:off x="14449425" y="6019800"/>
            <a:ext cx="1476375" cy="2438400"/>
          </a:xfrm>
          <a:prstGeom xmlns:a="http://schemas.openxmlformats.org/drawingml/2006/main" prst="rect">
            <a:avLst/>
          </a:prstGeom>
        </p:spPr>
      </p:pic>
      <p:sp>
        <p:nvSpPr>
          <p:cNvPr id="193" name="Panel 511">
            <a:extLst xmlns:a="http://schemas.openxmlformats.org/drawingml/2006/main">
              <a:ext uri="{FF2B5EF4-FFF2-40B4-BE49-F238E27FC236}">
                <a16:creationId xmlns:a16="http://schemas.microsoft.com/office/drawing/2014/main" id="{99502BF9-962F-4A29-B4CC-B0A87708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6638925"/>
            <a:ext cx="31813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1430">
            <a:solidFill>
              <a:srgbClr val="20E7FA"/>
            </a:solidFill>
            <a:prstDash val="solid"/>
          </a:ln>
        </p:spPr>
      </p:sp>
      <p:sp>
        <p:nvSpPr>
          <p:cNvPr id="194" name="Text 512: W O R K I N G   P R O T O T Y P E">
            <a:extLst xmlns:a="http://schemas.openxmlformats.org/drawingml/2006/main">
              <a:ext uri="{FF2B5EF4-FFF2-40B4-BE49-F238E27FC236}">
                <a16:creationId xmlns:a16="http://schemas.microsoft.com/office/drawing/2014/main" id="{7CCFE475-AB2A-4473-93E3-62F5C66B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772275"/>
            <a:ext cx="2676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W O R K I N G   P R O T O T Y P E</a:t>
            </a:r>
          </a:p>
        </p:txBody>
      </p:sp>
      <p:sp>
        <p:nvSpPr>
          <p:cNvPr id="195" name="Divider 513">
            <a:extLst xmlns:a="http://schemas.openxmlformats.org/drawingml/2006/main">
              <a:ext uri="{FF2B5EF4-FFF2-40B4-BE49-F238E27FC236}">
                <a16:creationId xmlns:a16="http://schemas.microsoft.com/office/drawing/2014/main" id="{7B178756-6442-4112-9D48-4239AC36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6867525"/>
            <a:ext cx="1419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0E7FA"/>
            </a:solidFill>
            <a:prstDash val="solid"/>
          </a:ln>
        </p:spPr>
      </p:sp>
      <p:sp>
        <p:nvSpPr>
          <p:cNvPr id="196" name="Divider 514">
            <a:extLst xmlns:a="http://schemas.openxmlformats.org/drawingml/2006/main">
              <a:ext uri="{FF2B5EF4-FFF2-40B4-BE49-F238E27FC236}">
                <a16:creationId xmlns:a16="http://schemas.microsoft.com/office/drawing/2014/main" id="{A5EE1232-5ABD-40CD-862C-C1594060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86752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0E7FA"/>
            </a:solidFill>
            <a:prstDash val="solid"/>
          </a:ln>
        </p:spPr>
      </p:sp>
      <p:sp>
        <p:nvSpPr>
          <p:cNvPr id="197" name="Panel 515">
            <a:extLst xmlns:a="http://schemas.openxmlformats.org/drawingml/2006/main">
              <a:ext uri="{FF2B5EF4-FFF2-40B4-BE49-F238E27FC236}">
                <a16:creationId xmlns:a16="http://schemas.microsoft.com/office/drawing/2014/main" id="{A6ABED38-DAED-472E-BAA6-BD544ED4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210425"/>
            <a:ext cx="12925425" cy="1171575"/>
          </a:xfrm>
          <a:prstGeom xmlns:a="http://schemas.openxmlformats.org/drawingml/2006/main" prst="roundRect">
            <a:avLst>
              <a:gd name="adj" fmla="val 11382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9525">
            <a:solidFill>
              <a:srgbClr val="097B9B"/>
            </a:solidFill>
            <a:prstDash val="solid"/>
          </a:ln>
        </p:spPr>
      </p:sp>
      <p:sp>
        <p:nvSpPr>
          <p:cNvPr id="198" name="Panel 516">
            <a:extLst xmlns:a="http://schemas.openxmlformats.org/drawingml/2006/main">
              <a:ext uri="{FF2B5EF4-FFF2-40B4-BE49-F238E27FC236}">
                <a16:creationId xmlns:a16="http://schemas.microsoft.com/office/drawing/2014/main" id="{27F616CB-456A-4EA6-81D1-D37A1046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7315200"/>
            <a:ext cx="4048125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61E33"/>
          </a:solidFill>
          <a:ln xmlns:a="http://schemas.openxmlformats.org/drawingml/2006/main" w="9525">
            <a:solidFill>
              <a:srgbClr val="13637B"/>
            </a:solidFill>
            <a:prstDash val="solid"/>
          </a:ln>
        </p:spPr>
      </p:sp>
      <p:sp>
        <p:nvSpPr>
          <p:cNvPr id="199" name="Panel 517">
            <a:extLst xmlns:a="http://schemas.openxmlformats.org/drawingml/2006/main">
              <a:ext uri="{FF2B5EF4-FFF2-40B4-BE49-F238E27FC236}">
                <a16:creationId xmlns:a16="http://schemas.microsoft.com/office/drawing/2014/main" id="{9879F6B6-DECB-457A-A5F9-3F44DA20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315200"/>
            <a:ext cx="44196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61E33"/>
          </a:solidFill>
          <a:ln xmlns:a="http://schemas.openxmlformats.org/drawingml/2006/main" w="9525">
            <a:solidFill>
              <a:srgbClr val="13637B"/>
            </a:solidFill>
            <a:prstDash val="solid"/>
          </a:ln>
        </p:spPr>
      </p:sp>
      <p:sp>
        <p:nvSpPr>
          <p:cNvPr id="200" name="Panel 518">
            <a:extLst xmlns:a="http://schemas.openxmlformats.org/drawingml/2006/main">
              <a:ext uri="{FF2B5EF4-FFF2-40B4-BE49-F238E27FC236}">
                <a16:creationId xmlns:a16="http://schemas.microsoft.com/office/drawing/2014/main" id="{FECF49FA-E765-47D0-8DEC-AF438BFA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7315200"/>
            <a:ext cx="4048125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61E33"/>
          </a:solidFill>
          <a:ln xmlns:a="http://schemas.openxmlformats.org/drawingml/2006/main" w="9525">
            <a:solidFill>
              <a:srgbClr val="13637B"/>
            </a:solidFill>
            <a:prstDash val="solid"/>
          </a:ln>
        </p:spPr>
      </p:sp>
      <p:pic>
        <p:nvPicPr>
          <p:cNvPr id="4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0e32f63bc540db"/>
          <a:stretch xmlns:a="http://schemas.openxmlformats.org/drawingml/2006/main"/>
        </p:blipFill>
        <p:spPr>
          <a:xfrm xmlns:a="http://schemas.openxmlformats.org/drawingml/2006/main">
            <a:off x="1924050" y="7524750"/>
            <a:ext cx="571500" cy="581025"/>
          </a:xfrm>
          <a:prstGeom xmlns:a="http://schemas.openxmlformats.org/drawingml/2006/main" prst="rect">
            <a:avLst/>
          </a:prstGeom>
        </p:spPr>
      </p:pic>
      <p:sp>
        <p:nvSpPr>
          <p:cNvPr id="202" name="Text 519: LIVE PROTOTYPE">
            <a:extLst xmlns:a="http://schemas.openxmlformats.org/drawingml/2006/main">
              <a:ext uri="{FF2B5EF4-FFF2-40B4-BE49-F238E27FC236}">
                <a16:creationId xmlns:a16="http://schemas.microsoft.com/office/drawing/2014/main" id="{D925CAA9-ECDD-4EFF-9E25-63F7808E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7572375"/>
            <a:ext cx="2828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LIVE PROTOTYPE</a:t>
            </a:r>
          </a:p>
        </p:txBody>
      </p:sp>
      <p:sp>
        <p:nvSpPr>
          <p:cNvPr id="203" name="Text 520: athletixai.onrender.com">
            <a:extLst xmlns:a="http://schemas.openxmlformats.org/drawingml/2006/main">
              <a:ext uri="{FF2B5EF4-FFF2-40B4-BE49-F238E27FC236}">
                <a16:creationId xmlns:a16="http://schemas.microsoft.com/office/drawing/2014/main" id="{B0FF2276-FDF1-48AB-B674-DBF115CF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7886700"/>
            <a:ext cx="2447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D044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1">
                <a:solidFill>
                  <a:srgbClr val="FFD044"/>
                </a:solidFill>
                <a:latin typeface="Arial Narrow"/>
                <a:ea typeface="Arial Narrow"/>
                <a:cs typeface="Arial Narrow"/>
                <a:hlinkClick xmlns:r="http://schemas.openxmlformats.org/officeDocument/2006/relationships" r:id="R7c18c8b59f3e413f"/>
              </a:rPr>
              <a:t>athletixai.onrender.com</a:t>
            </a:r>
          </a:p>
        </p:txBody>
      </p:sp>
      <p:sp>
        <p:nvSpPr>
          <p:cNvPr id="204" name="Text 521: ↗">
            <a:extLst xmlns:a="http://schemas.openxmlformats.org/drawingml/2006/main">
              <a:ext uri="{FF2B5EF4-FFF2-40B4-BE49-F238E27FC236}">
                <a16:creationId xmlns:a16="http://schemas.microsoft.com/office/drawing/2014/main" id="{266ADE46-FBC9-496D-AB8E-F2815E2C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78676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D044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FFD044"/>
                </a:solidFill>
                <a:latin typeface="Arial Narrow"/>
                <a:ea typeface="Arial Narrow"/>
                <a:cs typeface="Arial Narrow"/>
              </a:rPr>
              <a:t>↗</a:t>
            </a:r>
          </a:p>
        </p:txBody>
      </p:sp>
      <p:pic>
        <p:nvPicPr>
          <p:cNvPr id="4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1ccdf01015419e"/>
          <a:stretch xmlns:a="http://schemas.openxmlformats.org/drawingml/2006/main"/>
        </p:blipFill>
        <p:spPr>
          <a:xfrm xmlns:a="http://schemas.openxmlformats.org/drawingml/2006/main">
            <a:off x="6153150" y="7524750"/>
            <a:ext cx="552450" cy="571500"/>
          </a:xfrm>
          <a:prstGeom xmlns:a="http://schemas.openxmlformats.org/drawingml/2006/main" prst="rect">
            <a:avLst/>
          </a:prstGeom>
        </p:spPr>
      </p:pic>
      <p:sp>
        <p:nvSpPr>
          <p:cNvPr id="206" name="Text 522: GITHUB REPOSITORY">
            <a:extLst xmlns:a="http://schemas.openxmlformats.org/drawingml/2006/main">
              <a:ext uri="{FF2B5EF4-FFF2-40B4-BE49-F238E27FC236}">
                <a16:creationId xmlns:a16="http://schemas.microsoft.com/office/drawing/2014/main" id="{BB989B9E-DB2A-41CD-94CA-E539E5D0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7572375"/>
            <a:ext cx="3152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GITHUB REPOSITORY</a:t>
            </a:r>
          </a:p>
        </p:txBody>
      </p:sp>
      <p:sp>
        <p:nvSpPr>
          <p:cNvPr id="207" name="Text 523: github.com/manthandhanraj/AthletixAI">
            <a:extLst xmlns:a="http://schemas.openxmlformats.org/drawingml/2006/main">
              <a:ext uri="{FF2B5EF4-FFF2-40B4-BE49-F238E27FC236}">
                <a16:creationId xmlns:a16="http://schemas.microsoft.com/office/drawing/2014/main" id="{995DF7B4-8962-4BC7-B808-72B83737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7886700"/>
            <a:ext cx="3152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FFD044"/>
                </a:solidFill>
                <a:latin typeface="Arial Narrow"/>
                <a:ea typeface="Arial Narrow"/>
                <a:cs typeface="Arial Narrow"/>
              </a:defRPr>
            </a:pPr>
            <a:r>
              <a:rPr sz="1313" b="1">
                <a:solidFill>
                  <a:srgbClr val="FFD044"/>
                </a:solidFill>
                <a:latin typeface="Arial Narrow"/>
                <a:ea typeface="Arial Narrow"/>
                <a:cs typeface="Arial Narrow"/>
                <a:hlinkClick xmlns:r="http://schemas.openxmlformats.org/officeDocument/2006/relationships" r:id="Red70880e606949e8"/>
              </a:rPr>
              <a:t>github.com/manthandhanraj/AthletixAI</a:t>
            </a:r>
          </a:p>
        </p:txBody>
      </p:sp>
      <p:pic>
        <p:nvPicPr>
          <p:cNvPr id="4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6baeb255e543a1"/>
          <a:stretch xmlns:a="http://schemas.openxmlformats.org/drawingml/2006/main"/>
        </p:blipFill>
        <p:spPr>
          <a:xfrm xmlns:a="http://schemas.openxmlformats.org/drawingml/2006/main">
            <a:off x="10706100" y="7572375"/>
            <a:ext cx="609600" cy="466725"/>
          </a:xfrm>
          <a:prstGeom xmlns:a="http://schemas.openxmlformats.org/drawingml/2006/main" prst="rect">
            <a:avLst/>
          </a:prstGeom>
        </p:spPr>
      </p:pic>
      <p:sp>
        <p:nvSpPr>
          <p:cNvPr id="209" name="Text 524: DEMO VIDEO">
            <a:extLst xmlns:a="http://schemas.openxmlformats.org/drawingml/2006/main">
              <a:ext uri="{FF2B5EF4-FFF2-40B4-BE49-F238E27FC236}">
                <a16:creationId xmlns:a16="http://schemas.microsoft.com/office/drawing/2014/main" id="{D2193AA5-A3E6-4375-B635-0A3ABB56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7572375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DEMO VIDEO</a:t>
            </a:r>
          </a:p>
        </p:txBody>
      </p:sp>
      <p:sp>
        <p:nvSpPr>
          <p:cNvPr id="210" name="Text 525: Add YouTube / Drive link">
            <a:extLst xmlns:a="http://schemas.openxmlformats.org/drawingml/2006/main">
              <a:ext uri="{FF2B5EF4-FFF2-40B4-BE49-F238E27FC236}">
                <a16:creationId xmlns:a16="http://schemas.microsoft.com/office/drawing/2014/main" id="{52179811-4874-4BAF-B1DE-8F50E4F4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7886700"/>
            <a:ext cx="2514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D044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1">
                <a:solidFill>
                  <a:srgbClr val="FFD044"/>
                </a:solidFill>
                <a:latin typeface="Arial Narrow"/>
                <a:ea typeface="Arial Narrow"/>
                <a:cs typeface="Arial Narrow"/>
              </a:rPr>
              <a:t>Add YouTube / Drive link</a:t>
            </a:r>
          </a:p>
        </p:txBody>
      </p:sp>
      <p:sp>
        <p:nvSpPr>
          <p:cNvPr id="211" name="Text 526: Research references, not institutional endorsements.">
            <a:extLst xmlns:a="http://schemas.openxmlformats.org/drawingml/2006/main">
              <a:ext uri="{FF2B5EF4-FFF2-40B4-BE49-F238E27FC236}">
                <a16:creationId xmlns:a16="http://schemas.microsoft.com/office/drawing/2014/main" id="{81CC6F71-BF30-493D-A6FC-8FFAB5C9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8572500"/>
            <a:ext cx="567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0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Research references, not institutional endorsements.</a:t>
            </a:r>
          </a:p>
        </p:txBody>
      </p:sp>
      <p:sp>
        <p:nvSpPr>
          <p:cNvPr id="212" name="Divider 527">
            <a:extLst xmlns:a="http://schemas.openxmlformats.org/drawingml/2006/main">
              <a:ext uri="{FF2B5EF4-FFF2-40B4-BE49-F238E27FC236}">
                <a16:creationId xmlns:a16="http://schemas.microsoft.com/office/drawing/2014/main" id="{36F7BB1E-44F4-4976-8DC5-70A3ADA8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677275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0E7FA"/>
            </a:solidFill>
            <a:prstDash val="solid"/>
          </a:ln>
        </p:spPr>
      </p:sp>
      <p:sp>
        <p:nvSpPr>
          <p:cNvPr id="213" name="Text 528: A T H L E T E S  T O D A Y.  A  B R I G H T E R  T O M O R R O W.">
            <a:extLst xmlns:a="http://schemas.openxmlformats.org/drawingml/2006/main">
              <a:ext uri="{FF2B5EF4-FFF2-40B4-BE49-F238E27FC236}">
                <a16:creationId xmlns:a16="http://schemas.microsoft.com/office/drawing/2014/main" id="{38CFAC93-7D6F-4739-B1D8-E64F1D88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8639175"/>
            <a:ext cx="31337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600" b="0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A T H L E T E S  T O D A Y.  A  B R I G H T E R  T O M O R R O W.</a:t>
            </a:r>
          </a:p>
        </p:txBody>
      </p:sp>
    </p:spTree>
    <p:extLst>
      <p:ext uri="{BB962C8B-B14F-4D97-AF65-F5344CB8AC3E}">
        <p14:creationId xmlns:p14="http://schemas.microsoft.com/office/powerpoint/2010/main" val="19245476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2026-09-29T19:53:41.4580000Z</dcterms:created>
  <dcterms:modified xsi:type="dcterms:W3CDTF">2026-09-29T19:53:41.4590000Z</dcterms:modified>
</coreProperties>
</file>