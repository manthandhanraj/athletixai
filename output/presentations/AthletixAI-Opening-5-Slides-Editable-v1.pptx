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0cbcce45f4767" /><Relationship Type="http://schemas.openxmlformats.org/officeDocument/2006/relationships/extended-properties" Target="/docProps/app.xml" Id="R5af89eda4488408e" /><Relationship Type="http://schemas.openxmlformats.org/officeDocument/2006/relationships/officeDocument" Target="/ppt/presentation.xml" Id="R833208d702a54f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92ac0b24f4932"/>
  </p:sldMasterIdLst>
  <p:notesMasterIdLst>
    <p:notesMasterId xmlns:r="http://schemas.openxmlformats.org/officeDocument/2006/relationships" r:id="Rb93b954612db4c12"/>
  </p:notesMasterIdLst>
  <p:sldIdLst>
    <p:sldId xmlns:r="http://schemas.openxmlformats.org/officeDocument/2006/relationships" id="256" r:id="Rbcb83a253cb34fa1"/>
    <p:sldId xmlns:r="http://schemas.openxmlformats.org/officeDocument/2006/relationships" id="257" r:id="R9839ee7caf5a475e"/>
    <p:sldId xmlns:r="http://schemas.openxmlformats.org/officeDocument/2006/relationships" id="258" r:id="Rf40559b27917496b"/>
    <p:sldId xmlns:r="http://schemas.openxmlformats.org/officeDocument/2006/relationships" id="259" r:id="Rdd25824a2b134fe8"/>
    <p:sldId xmlns:r="http://schemas.openxmlformats.org/officeDocument/2006/relationships" id="260" r:id="R2540e621282f4f79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cbd84663a4fb6" /><Relationship Type="http://schemas.openxmlformats.org/officeDocument/2006/relationships/slideMaster" Target="/ppt/slideMasters/slideMaster1.xml" Id="R87892ac0b24f4932" /><Relationship Type="http://schemas.openxmlformats.org/officeDocument/2006/relationships/notesMaster" Target="/ppt/notesMasters/notesMaster1.xml" Id="Rb93b954612db4c12" /><Relationship Type="http://schemas.openxmlformats.org/officeDocument/2006/relationships/presProps" Target="/ppt/presProps.xml" Id="R1a10d1b3f7de4efb" /><Relationship Type="http://schemas.openxmlformats.org/officeDocument/2006/relationships/tableStyles" Target="/ppt/tableStyles.xml" Id="R6c7a0bed2ca74ada" /><Relationship Type="http://schemas.openxmlformats.org/officeDocument/2006/relationships/slide" Target="/ppt/slides/slide1.xml" Id="Rbcb83a253cb34fa1" /><Relationship Type="http://schemas.openxmlformats.org/officeDocument/2006/relationships/slide" Target="/ppt/slides/slide2.xml" Id="R9839ee7caf5a475e" /><Relationship Type="http://schemas.openxmlformats.org/officeDocument/2006/relationships/slide" Target="/ppt/slides/slide3.xml" Id="Rf40559b27917496b" /><Relationship Type="http://schemas.openxmlformats.org/officeDocument/2006/relationships/slide" Target="/ppt/slides/slide4.xml" Id="Rdd25824a2b134fe8" /><Relationship Type="http://schemas.openxmlformats.org/officeDocument/2006/relationships/slide" Target="/ppt/slides/slide5.xml" Id="R2540e621282f4f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389d70d0d745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33552c9b8a4923" /><Relationship Type="http://schemas.openxmlformats.org/officeDocument/2006/relationships/notesMaster" Target="/ppt/notesMasters/notesMaster1.xml" Id="R0b95cd102d2147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366b5eec140b9" /><Relationship Type="http://schemas.openxmlformats.org/officeDocument/2006/relationships/notesMaster" Target="/ppt/notesMasters/notesMaster1.xml" Id="Rfcf70a914fff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397b4b6fb64fbc" /><Relationship Type="http://schemas.openxmlformats.org/officeDocument/2006/relationships/notesMaster" Target="/ppt/notesMasters/notesMaster1.xml" Id="R780d258a4b834b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70096b5d3f4c7c" /><Relationship Type="http://schemas.openxmlformats.org/officeDocument/2006/relationships/notesMaster" Target="/ppt/notesMasters/notesMaster1.xml" Id="R9375a693cb6046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cc4dc464bc47ad" /><Relationship Type="http://schemas.openxmlformats.org/officeDocument/2006/relationships/notesMaster" Target="/ppt/notesMasters/notesMaster1.xml" Id="R99e3a1ba83aa43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README.md: problem, product description and creators; static/images/auth/athlete-hero.png. Decorative artwork: user-supplied AthletixAI reference images dated 29 September 2026. Product capabilities describe the current prototype. Scoring uses hand-authored rules and requires calibration against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README.md: The problem and Features. Problem framing comes from the project brief, not a measured population study.. Decorative artwork: user-supplied AthletixAI reference images dated 29 September 2026. Product capabilities describe the current prototype. Scoring uses hand-authored rules and requires calibration against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README.md: What it does, Features, Honest limitations; templates/index.html: analyzeVideoFile, reportFromMetrics, renderRecruiter, Compare Athletes; athletix/services/assessment.py. Decorative artwork: user-supplied AthletixAI reference images dated 29 September 2026. Product capabilities describe the current prototype. Scoring uses hand-authored rules and requires calibration against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README.md: The complete flow and Features; templates/index.html: analyzeVideoFile quality checks, Reports, Progress, Recruiter Hub, Compare Athletes and Messages; athletix/services/assessment.py; athletix/scoring/client_submitted.py. Decorative artwork: user-supplied AthletixAI reference images dated 29 September 2026. Product capabilities describe the current prototype. Scoring uses hand-authored rules and requires calibration against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README.md: Tech stack and Honest limitations; requirements.txt; render.yaml; templates/index.html: MediaPipe, Chart.js and jsPDF imports; static/manifest.json; static/sw.js; athletix/security/passwords.py; athletix/security/http.py; athletix/scoring/client_submitted.py. Decorative artwork: user-supplied AthletixAI reference images dated 29 September 2026. Product capabilities describe the current prototype. Scoring uses hand-authored rules and requires calibration against measured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b50c474e243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25689e9b2541d8" /><Relationship Type="http://schemas.openxmlformats.org/officeDocument/2006/relationships/slideLayout" Target="/ppt/slideLayouts/slideLayout1.xml" Id="R971c7445a3bc40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c7445a3bc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36d1b367c4522" /><Relationship Type="http://schemas.openxmlformats.org/officeDocument/2006/relationships/image" Target="/ppt/media/image.png" Id="R3050ed6cf9db4347" /><Relationship Type="http://schemas.openxmlformats.org/officeDocument/2006/relationships/image" Target="/ppt/media/image2.png" Id="R54c971fe3baa4620" /><Relationship Type="http://schemas.openxmlformats.org/officeDocument/2006/relationships/hyperlink" Target="https://athletixai.onrender.com" TargetMode="External" Id="R36dab141699f4c2f" /><Relationship Type="http://schemas.openxmlformats.org/officeDocument/2006/relationships/notesSlide" Target="/ppt/notesSlides/notesSlide1.xml" Id="Rb596dbf2d4084b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a24d5aac04de8" /><Relationship Type="http://schemas.openxmlformats.org/officeDocument/2006/relationships/image" Target="/ppt/media/image3.png" Id="R059076c8cc984b13" /><Relationship Type="http://schemas.openxmlformats.org/officeDocument/2006/relationships/image" Target="/ppt/media/image4.png" Id="Rddfa9c5e0ac14f18" /><Relationship Type="http://schemas.openxmlformats.org/officeDocument/2006/relationships/image" Target="/ppt/media/image5.png" Id="Rf0ac320297fe4c45" /><Relationship Type="http://schemas.openxmlformats.org/officeDocument/2006/relationships/image" Target="/ppt/media/image6.png" Id="R8d7f8c2794824b96" /><Relationship Type="http://schemas.openxmlformats.org/officeDocument/2006/relationships/image" Target="/ppt/media/image7.png" Id="Rafd5613a63cc48aa" /><Relationship Type="http://schemas.openxmlformats.org/officeDocument/2006/relationships/image" Target="/ppt/media/image8.png" Id="Rdfe9df0a7e964b8a" /><Relationship Type="http://schemas.openxmlformats.org/officeDocument/2006/relationships/image" Target="/ppt/media/image9.png" Id="R0799ccf0e1664dd6" /><Relationship Type="http://schemas.openxmlformats.org/officeDocument/2006/relationships/image" Target="/ppt/media/image10.png" Id="R6594bfb8dc7e456d" /><Relationship Type="http://schemas.openxmlformats.org/officeDocument/2006/relationships/image" Target="/ppt/media/image11.png" Id="R28c55d31d0e8466a" /><Relationship Type="http://schemas.openxmlformats.org/officeDocument/2006/relationships/image" Target="/ppt/media/image12.png" Id="R2c5abf9311804418" /><Relationship Type="http://schemas.openxmlformats.org/officeDocument/2006/relationships/image" Target="/ppt/media/image13.png" Id="Rbfda5ea7f5434d60" /><Relationship Type="http://schemas.openxmlformats.org/officeDocument/2006/relationships/image" Target="/ppt/media/image14.png" Id="R7ea5fc3a79a342d8" /><Relationship Type="http://schemas.openxmlformats.org/officeDocument/2006/relationships/image" Target="/ppt/media/image15.png" Id="Rbf10d24a9de645d6" /><Relationship Type="http://schemas.openxmlformats.org/officeDocument/2006/relationships/image" Target="/ppt/media/image16.png" Id="Rba6926af603e454f" /><Relationship Type="http://schemas.openxmlformats.org/officeDocument/2006/relationships/image" Target="/ppt/media/image17.png" Id="Rb0a387e973c04fcb" /><Relationship Type="http://schemas.openxmlformats.org/officeDocument/2006/relationships/image" Target="/ppt/media/image18.png" Id="Raddec72abf2b42d0" /><Relationship Type="http://schemas.openxmlformats.org/officeDocument/2006/relationships/image" Target="/ppt/media/image19.png" Id="Rd0a67b30f3864ef2" /><Relationship Type="http://schemas.openxmlformats.org/officeDocument/2006/relationships/image" Target="/ppt/media/image20.png" Id="R0ba4cc1d9d5e4669" /><Relationship Type="http://schemas.openxmlformats.org/officeDocument/2006/relationships/image" Target="/ppt/media/image21.png" Id="Rbe5f98fdbef742f8" /><Relationship Type="http://schemas.openxmlformats.org/officeDocument/2006/relationships/image" Target="/ppt/media/image22.png" Id="Rc9a5fec41e1b4068" /><Relationship Type="http://schemas.openxmlformats.org/officeDocument/2006/relationships/image" Target="/ppt/media/image23.png" Id="Ra8e4aee941d54c8c" /><Relationship Type="http://schemas.openxmlformats.org/officeDocument/2006/relationships/image" Target="/ppt/media/image24.png" Id="Re701a17992d243cf" /><Relationship Type="http://schemas.openxmlformats.org/officeDocument/2006/relationships/image" Target="/ppt/media/image25.png" Id="Rf798ed9fe1ba49ca" /><Relationship Type="http://schemas.openxmlformats.org/officeDocument/2006/relationships/image" Target="/ppt/media/image26.png" Id="R55ebd2d521e343ac" /><Relationship Type="http://schemas.openxmlformats.org/officeDocument/2006/relationships/image" Target="/ppt/media/image27.png" Id="R846010cbd7cc41a7" /><Relationship Type="http://schemas.openxmlformats.org/officeDocument/2006/relationships/image" Target="/ppt/media/image28.png" Id="Ra5d2ae653f5e4769" /><Relationship Type="http://schemas.openxmlformats.org/officeDocument/2006/relationships/image" Target="/ppt/media/image29.png" Id="R0e3b6adc8f3f46c5" /><Relationship Type="http://schemas.openxmlformats.org/officeDocument/2006/relationships/image" Target="/ppt/media/image30.png" Id="R65e555de78274c2f" /><Relationship Type="http://schemas.openxmlformats.org/officeDocument/2006/relationships/image" Target="/ppt/media/image31.png" Id="R1cfc0825feb54e03" /><Relationship Type="http://schemas.openxmlformats.org/officeDocument/2006/relationships/image" Target="/ppt/media/image32.png" Id="Rf767a26d3ae5424f" /><Relationship Type="http://schemas.openxmlformats.org/officeDocument/2006/relationships/image" Target="/ppt/media/image33.png" Id="Rb1af849baca34302" /><Relationship Type="http://schemas.openxmlformats.org/officeDocument/2006/relationships/image" Target="/ppt/media/image34.png" Id="R81c2e7f531b54529" /><Relationship Type="http://schemas.openxmlformats.org/officeDocument/2006/relationships/image" Target="/ppt/media/image35.png" Id="Ref239499d1aa4593" /><Relationship Type="http://schemas.openxmlformats.org/officeDocument/2006/relationships/image" Target="/ppt/media/image36.png" Id="R02bc3b88516d4b9c" /><Relationship Type="http://schemas.openxmlformats.org/officeDocument/2006/relationships/image" Target="/ppt/media/image37.png" Id="Rcae68162c3ed48d3" /><Relationship Type="http://schemas.openxmlformats.org/officeDocument/2006/relationships/image" Target="/ppt/media/image38.png" Id="R29ab09a9c515492a" /><Relationship Type="http://schemas.openxmlformats.org/officeDocument/2006/relationships/image" Target="/ppt/media/image39.png" Id="Re6450e1d79144b94" /><Relationship Type="http://schemas.openxmlformats.org/officeDocument/2006/relationships/hyperlink" Target="https://athletixai.onrender.com" TargetMode="External" Id="R1266ee3dad2e4732" /><Relationship Type="http://schemas.openxmlformats.org/officeDocument/2006/relationships/notesSlide" Target="/ppt/notesSlides/notesSlide2.xml" Id="Rbb7960b12a4543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dfaf7d7aa4a54" /><Relationship Type="http://schemas.openxmlformats.org/officeDocument/2006/relationships/image" Target="/ppt/media/image40.png" Id="Rb677f59199e24dec" /><Relationship Type="http://schemas.openxmlformats.org/officeDocument/2006/relationships/image" Target="/ppt/media/image41.png" Id="R197c4ca96e854148" /><Relationship Type="http://schemas.openxmlformats.org/officeDocument/2006/relationships/image" Target="/ppt/media/image42.png" Id="R71a23e332dd34225" /><Relationship Type="http://schemas.openxmlformats.org/officeDocument/2006/relationships/image" Target="/ppt/media/image43.png" Id="R063434e44d6e4b78" /><Relationship Type="http://schemas.openxmlformats.org/officeDocument/2006/relationships/image" Target="/ppt/media/image44.png" Id="Rc468e309654c4bd7" /><Relationship Type="http://schemas.openxmlformats.org/officeDocument/2006/relationships/image" Target="/ppt/media/image45.png" Id="R2aab55b74f4443dc" /><Relationship Type="http://schemas.openxmlformats.org/officeDocument/2006/relationships/image" Target="/ppt/media/image46.png" Id="Ra3211f6b979a4f7c" /><Relationship Type="http://schemas.openxmlformats.org/officeDocument/2006/relationships/image" Target="/ppt/media/image47.png" Id="R5735e88fa2bf47b8" /><Relationship Type="http://schemas.openxmlformats.org/officeDocument/2006/relationships/image" Target="/ppt/media/image48.png" Id="Rd28ee24557d14c9e" /><Relationship Type="http://schemas.openxmlformats.org/officeDocument/2006/relationships/image" Target="/ppt/media/image49.png" Id="R4a4ed5d477634ce7" /><Relationship Type="http://schemas.openxmlformats.org/officeDocument/2006/relationships/image" Target="/ppt/media/image50.png" Id="R8bf27ea6c6ea42ec" /><Relationship Type="http://schemas.openxmlformats.org/officeDocument/2006/relationships/image" Target="/ppt/media/image51.png" Id="R432d1d46d3b24432" /><Relationship Type="http://schemas.openxmlformats.org/officeDocument/2006/relationships/image" Target="/ppt/media/image52.png" Id="Rd05a0f5774284663" /><Relationship Type="http://schemas.openxmlformats.org/officeDocument/2006/relationships/image" Target="/ppt/media/image53.png" Id="R481f4f4fe38f463d" /><Relationship Type="http://schemas.openxmlformats.org/officeDocument/2006/relationships/image" Target="/ppt/media/image54.png" Id="R01a14a8fc8ab47e5" /><Relationship Type="http://schemas.openxmlformats.org/officeDocument/2006/relationships/image" Target="/ppt/media/image55.png" Id="Rb29ee93375b74943" /><Relationship Type="http://schemas.openxmlformats.org/officeDocument/2006/relationships/image" Target="/ppt/media/image56.png" Id="R9e06be4175af401b" /><Relationship Type="http://schemas.openxmlformats.org/officeDocument/2006/relationships/image" Target="/ppt/media/image57.png" Id="R1e948a7a23ac47e6" /><Relationship Type="http://schemas.openxmlformats.org/officeDocument/2006/relationships/image" Target="/ppt/media/image58.png" Id="R0fad8f05722d40a5" /><Relationship Type="http://schemas.openxmlformats.org/officeDocument/2006/relationships/image" Target="/ppt/media/image59.png" Id="R0ebdcdeb0a6548e2" /><Relationship Type="http://schemas.openxmlformats.org/officeDocument/2006/relationships/image" Target="/ppt/media/image60.png" Id="Rbea790e1264946d9" /><Relationship Type="http://schemas.openxmlformats.org/officeDocument/2006/relationships/image" Target="/ppt/media/image61.png" Id="R81dc1310f7744903" /><Relationship Type="http://schemas.openxmlformats.org/officeDocument/2006/relationships/image" Target="/ppt/media/image62.png" Id="Rcb87db8291cf4f84" /><Relationship Type="http://schemas.openxmlformats.org/officeDocument/2006/relationships/image" Target="/ppt/media/image63.png" Id="Reab8d978aeb8465b" /><Relationship Type="http://schemas.openxmlformats.org/officeDocument/2006/relationships/image" Target="/ppt/media/image64.png" Id="R3e3fb9595b4847f0" /><Relationship Type="http://schemas.openxmlformats.org/officeDocument/2006/relationships/image" Target="/ppt/media/image65.png" Id="Rbb8e28cfb6f14323" /><Relationship Type="http://schemas.openxmlformats.org/officeDocument/2006/relationships/image" Target="/ppt/media/image66.png" Id="Rf838d347e1784436" /><Relationship Type="http://schemas.openxmlformats.org/officeDocument/2006/relationships/image" Target="/ppt/media/image67.png" Id="R34c17241a0f845a7" /><Relationship Type="http://schemas.openxmlformats.org/officeDocument/2006/relationships/image" Target="/ppt/media/image68.png" Id="R2e5f8b73674a4d3a" /><Relationship Type="http://schemas.openxmlformats.org/officeDocument/2006/relationships/image" Target="/ppt/media/image69.png" Id="R375d0d3d286845f7" /><Relationship Type="http://schemas.openxmlformats.org/officeDocument/2006/relationships/image" Target="/ppt/media/image70.png" Id="R0b76590c89124093" /><Relationship Type="http://schemas.openxmlformats.org/officeDocument/2006/relationships/image" Target="/ppt/media/image71.png" Id="Rfc3a1ba01ce14546" /><Relationship Type="http://schemas.openxmlformats.org/officeDocument/2006/relationships/image" Target="/ppt/media/image72.png" Id="R4ab932d387554f49" /><Relationship Type="http://schemas.openxmlformats.org/officeDocument/2006/relationships/image" Target="/ppt/media/image73.png" Id="R9f5016d729e34b87" /><Relationship Type="http://schemas.openxmlformats.org/officeDocument/2006/relationships/image" Target="/ppt/media/image74.png" Id="R294fd19b0fd741db" /><Relationship Type="http://schemas.openxmlformats.org/officeDocument/2006/relationships/image" Target="/ppt/media/image75.png" Id="R5688ff083a7c4388" /><Relationship Type="http://schemas.openxmlformats.org/officeDocument/2006/relationships/image" Target="/ppt/media/image76.png" Id="Rc1c1807806774dda" /><Relationship Type="http://schemas.openxmlformats.org/officeDocument/2006/relationships/hyperlink" Target="https://athletixai.onrender.com" TargetMode="External" Id="R10fb5fed0bd44b15" /><Relationship Type="http://schemas.openxmlformats.org/officeDocument/2006/relationships/notesSlide" Target="/ppt/notesSlides/notesSlide3.xml" Id="R363c8098483c42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a5572d1bf44f5" /><Relationship Type="http://schemas.openxmlformats.org/officeDocument/2006/relationships/image" Target="/ppt/media/image77.png" Id="Rac8a761f2e56466c" /><Relationship Type="http://schemas.openxmlformats.org/officeDocument/2006/relationships/image" Target="/ppt/media/image78.png" Id="R4807b3c6bcaf491b" /><Relationship Type="http://schemas.openxmlformats.org/officeDocument/2006/relationships/image" Target="/ppt/media/image79.png" Id="R50d4160acf8148db" /><Relationship Type="http://schemas.openxmlformats.org/officeDocument/2006/relationships/image" Target="/ppt/media/image80.png" Id="Re80e1c122f8e432d" /><Relationship Type="http://schemas.openxmlformats.org/officeDocument/2006/relationships/image" Target="/ppt/media/image81.png" Id="R35498e69e6c44f66" /><Relationship Type="http://schemas.openxmlformats.org/officeDocument/2006/relationships/image" Target="/ppt/media/image82.png" Id="Re018805b3bae414e" /><Relationship Type="http://schemas.openxmlformats.org/officeDocument/2006/relationships/image" Target="/ppt/media/image83.png" Id="R279950699a4f4172" /><Relationship Type="http://schemas.openxmlformats.org/officeDocument/2006/relationships/image" Target="/ppt/media/image84.png" Id="Re9c888741ed84fd3" /><Relationship Type="http://schemas.openxmlformats.org/officeDocument/2006/relationships/image" Target="/ppt/media/image85.png" Id="Re762071512cb4dfc" /><Relationship Type="http://schemas.openxmlformats.org/officeDocument/2006/relationships/image" Target="/ppt/media/image86.png" Id="Rb7f14ef053bd47fa" /><Relationship Type="http://schemas.openxmlformats.org/officeDocument/2006/relationships/image" Target="/ppt/media/image87.png" Id="Rbfb6fdf99cd44d61" /><Relationship Type="http://schemas.openxmlformats.org/officeDocument/2006/relationships/image" Target="/ppt/media/image88.png" Id="R79173ec3689041c2" /><Relationship Type="http://schemas.openxmlformats.org/officeDocument/2006/relationships/image" Target="/ppt/media/image89.png" Id="R119f1a9525ec495d" /><Relationship Type="http://schemas.openxmlformats.org/officeDocument/2006/relationships/image" Target="/ppt/media/image90.png" Id="R2758116857f34511" /><Relationship Type="http://schemas.openxmlformats.org/officeDocument/2006/relationships/image" Target="/ppt/media/image91.png" Id="R7265733740d742a7" /><Relationship Type="http://schemas.openxmlformats.org/officeDocument/2006/relationships/image" Target="/ppt/media/image92.png" Id="R36f4838a247b4f31" /><Relationship Type="http://schemas.openxmlformats.org/officeDocument/2006/relationships/image" Target="/ppt/media/image93.png" Id="Rf9d958d099914531" /><Relationship Type="http://schemas.openxmlformats.org/officeDocument/2006/relationships/image" Target="/ppt/media/image94.png" Id="R11351807ee174be0" /><Relationship Type="http://schemas.openxmlformats.org/officeDocument/2006/relationships/image" Target="/ppt/media/image95.png" Id="R1d6ef5e186364e34" /><Relationship Type="http://schemas.openxmlformats.org/officeDocument/2006/relationships/image" Target="/ppt/media/image96.png" Id="R02718b32d40242ad" /><Relationship Type="http://schemas.openxmlformats.org/officeDocument/2006/relationships/image" Target="/ppt/media/image97.png" Id="R8a9f57d905e74874" /><Relationship Type="http://schemas.openxmlformats.org/officeDocument/2006/relationships/image" Target="/ppt/media/image98.png" Id="Ra062eda5e6dd4a2e" /><Relationship Type="http://schemas.openxmlformats.org/officeDocument/2006/relationships/image" Target="/ppt/media/image99.png" Id="R94a343e2d0a347ba" /><Relationship Type="http://schemas.openxmlformats.org/officeDocument/2006/relationships/image" Target="/ppt/media/image100.png" Id="R0ad1e00f75ce4a2c" /><Relationship Type="http://schemas.openxmlformats.org/officeDocument/2006/relationships/image" Target="/ppt/media/image101.png" Id="Rbdc6a776d5b94f7e" /><Relationship Type="http://schemas.openxmlformats.org/officeDocument/2006/relationships/image" Target="/ppt/media/image102.png" Id="R572518fa85324273" /><Relationship Type="http://schemas.openxmlformats.org/officeDocument/2006/relationships/image" Target="/ppt/media/image103.png" Id="Re5558c4e47b94848" /><Relationship Type="http://schemas.openxmlformats.org/officeDocument/2006/relationships/image" Target="/ppt/media/image104.png" Id="Ra2f8a292d0a7498a" /><Relationship Type="http://schemas.openxmlformats.org/officeDocument/2006/relationships/image" Target="/ppt/media/image105.png" Id="R141b9e1d250d4bb1" /><Relationship Type="http://schemas.openxmlformats.org/officeDocument/2006/relationships/image" Target="/ppt/media/image106.png" Id="Ra2fc34fae57d4f65" /><Relationship Type="http://schemas.openxmlformats.org/officeDocument/2006/relationships/image" Target="/ppt/media/image107.png" Id="Rd2f5248dc7c7430e" /><Relationship Type="http://schemas.openxmlformats.org/officeDocument/2006/relationships/image" Target="/ppt/media/image108.png" Id="R9fc1d6d36ece401c" /><Relationship Type="http://schemas.openxmlformats.org/officeDocument/2006/relationships/image" Target="/ppt/media/image109.png" Id="Rec2a35c95def4bbe" /><Relationship Type="http://schemas.openxmlformats.org/officeDocument/2006/relationships/image" Target="/ppt/media/image110.png" Id="Rb6889354c4d14fa3" /><Relationship Type="http://schemas.openxmlformats.org/officeDocument/2006/relationships/image" Target="/ppt/media/image111.png" Id="R17ba995c8a4e4150" /><Relationship Type="http://schemas.openxmlformats.org/officeDocument/2006/relationships/image" Target="/ppt/media/image112.png" Id="Rb9cb33c3ca804e39" /><Relationship Type="http://schemas.openxmlformats.org/officeDocument/2006/relationships/image" Target="/ppt/media/image113.png" Id="R826efb7cd2134785" /><Relationship Type="http://schemas.openxmlformats.org/officeDocument/2006/relationships/image" Target="/ppt/media/image114.png" Id="R9597890760434bf6" /><Relationship Type="http://schemas.openxmlformats.org/officeDocument/2006/relationships/image" Target="/ppt/media/image115.png" Id="R6be3a588605e4956" /><Relationship Type="http://schemas.openxmlformats.org/officeDocument/2006/relationships/image" Target="/ppt/media/image116.png" Id="Re5c10092ea854620" /><Relationship Type="http://schemas.openxmlformats.org/officeDocument/2006/relationships/hyperlink" Target="https://athletixai.onrender.com" TargetMode="External" Id="Rae4c939be32b4219" /><Relationship Type="http://schemas.openxmlformats.org/officeDocument/2006/relationships/notesSlide" Target="/ppt/notesSlides/notesSlide4.xml" Id="R3cd7d029347c47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0ca63c0964cd6" /><Relationship Type="http://schemas.openxmlformats.org/officeDocument/2006/relationships/image" Target="/ppt/media/image117.png" Id="Raf24b2f8ea51435e" /><Relationship Type="http://schemas.openxmlformats.org/officeDocument/2006/relationships/image" Target="/ppt/media/image118.png" Id="Rde2c4d9c93134a42" /><Relationship Type="http://schemas.openxmlformats.org/officeDocument/2006/relationships/image" Target="/ppt/media/image119.png" Id="R17aa098d87904426" /><Relationship Type="http://schemas.openxmlformats.org/officeDocument/2006/relationships/image" Target="/ppt/media/image120.png" Id="R2955d732f3ba4e89" /><Relationship Type="http://schemas.openxmlformats.org/officeDocument/2006/relationships/image" Target="/ppt/media/image121.png" Id="R428aac94143144e3" /><Relationship Type="http://schemas.openxmlformats.org/officeDocument/2006/relationships/image" Target="/ppt/media/image122.png" Id="Rac08198d44ef44fc" /><Relationship Type="http://schemas.openxmlformats.org/officeDocument/2006/relationships/image" Target="/ppt/media/image123.png" Id="R666ef5302c8a4ae1" /><Relationship Type="http://schemas.openxmlformats.org/officeDocument/2006/relationships/image" Target="/ppt/media/image124.png" Id="R69cac95e1330451f" /><Relationship Type="http://schemas.openxmlformats.org/officeDocument/2006/relationships/image" Target="/ppt/media/image125.png" Id="R64f01e6c150d4497" /><Relationship Type="http://schemas.openxmlformats.org/officeDocument/2006/relationships/image" Target="/ppt/media/image126.png" Id="R86b75ad8a0ad44e7" /><Relationship Type="http://schemas.openxmlformats.org/officeDocument/2006/relationships/image" Target="/ppt/media/image127.png" Id="Rd8242895c4e941c9" /><Relationship Type="http://schemas.openxmlformats.org/officeDocument/2006/relationships/image" Target="/ppt/media/image128.png" Id="R513d7520697c4e26" /><Relationship Type="http://schemas.openxmlformats.org/officeDocument/2006/relationships/image" Target="/ppt/media/image129.png" Id="Rd8f4512859494e16" /><Relationship Type="http://schemas.openxmlformats.org/officeDocument/2006/relationships/image" Target="/ppt/media/image130.png" Id="R4e5bfae760244c46" /><Relationship Type="http://schemas.openxmlformats.org/officeDocument/2006/relationships/image" Target="/ppt/media/image131.png" Id="R3befa036d75e444d" /><Relationship Type="http://schemas.openxmlformats.org/officeDocument/2006/relationships/image" Target="/ppt/media/image132.png" Id="R1d497565b91c41bb" /><Relationship Type="http://schemas.openxmlformats.org/officeDocument/2006/relationships/image" Target="/ppt/media/image133.png" Id="R2740b7fa1bb94be1" /><Relationship Type="http://schemas.openxmlformats.org/officeDocument/2006/relationships/image" Target="/ppt/media/image134.png" Id="R1aef30c30b1e4d16" /><Relationship Type="http://schemas.openxmlformats.org/officeDocument/2006/relationships/image" Target="/ppt/media/image135.png" Id="R1850b23ea71b4a63" /><Relationship Type="http://schemas.openxmlformats.org/officeDocument/2006/relationships/image" Target="/ppt/media/image136.png" Id="Rad95319c656f47da" /><Relationship Type="http://schemas.openxmlformats.org/officeDocument/2006/relationships/image" Target="/ppt/media/image137.png" Id="R9d3234f90e464961" /><Relationship Type="http://schemas.openxmlformats.org/officeDocument/2006/relationships/image" Target="/ppt/media/image138.png" Id="Ref8d9427de7645f0" /><Relationship Type="http://schemas.openxmlformats.org/officeDocument/2006/relationships/image" Target="/ppt/media/image139.png" Id="Rffeb644637e24fc5" /><Relationship Type="http://schemas.openxmlformats.org/officeDocument/2006/relationships/image" Target="/ppt/media/image140.png" Id="Rcf91f986b5724019" /><Relationship Type="http://schemas.openxmlformats.org/officeDocument/2006/relationships/image" Target="/ppt/media/image141.png" Id="Ra3b65d7f3aa447e0" /><Relationship Type="http://schemas.openxmlformats.org/officeDocument/2006/relationships/image" Target="/ppt/media/image142.png" Id="R22aac64628944fdd" /><Relationship Type="http://schemas.openxmlformats.org/officeDocument/2006/relationships/image" Target="/ppt/media/image143.png" Id="Rca3ff2352cb644a4" /><Relationship Type="http://schemas.openxmlformats.org/officeDocument/2006/relationships/image" Target="/ppt/media/image144.png" Id="Reb63c74114214ae5" /><Relationship Type="http://schemas.openxmlformats.org/officeDocument/2006/relationships/image" Target="/ppt/media/image145.png" Id="R72cded7430fe439e" /><Relationship Type="http://schemas.openxmlformats.org/officeDocument/2006/relationships/image" Target="/ppt/media/image146.png" Id="R8813e775dd894904" /><Relationship Type="http://schemas.openxmlformats.org/officeDocument/2006/relationships/image" Target="/ppt/media/image147.png" Id="R2f333f87aba3464d" /><Relationship Type="http://schemas.openxmlformats.org/officeDocument/2006/relationships/image" Target="/ppt/media/image148.png" Id="R5992d6283aef4f05" /><Relationship Type="http://schemas.openxmlformats.org/officeDocument/2006/relationships/image" Target="/ppt/media/image149.png" Id="R4d90ac53d16c47b4" /><Relationship Type="http://schemas.openxmlformats.org/officeDocument/2006/relationships/image" Target="/ppt/media/image150.png" Id="Rfbbfe013223e4b06" /><Relationship Type="http://schemas.openxmlformats.org/officeDocument/2006/relationships/image" Target="/ppt/media/image151.png" Id="Ra55d9db0d9b0471e" /><Relationship Type="http://schemas.openxmlformats.org/officeDocument/2006/relationships/image" Target="/ppt/media/image152.png" Id="Rfc4d035549284d9f" /><Relationship Type="http://schemas.openxmlformats.org/officeDocument/2006/relationships/image" Target="/ppt/media/image153.png" Id="R0e7671101f8b4515" /><Relationship Type="http://schemas.openxmlformats.org/officeDocument/2006/relationships/image" Target="/ppt/media/image154.png" Id="R3e9ba7ad9e01420d" /><Relationship Type="http://schemas.openxmlformats.org/officeDocument/2006/relationships/image" Target="/ppt/media/image155.png" Id="R8424cae4d4764780" /><Relationship Type="http://schemas.openxmlformats.org/officeDocument/2006/relationships/image" Target="/ppt/media/image156.png" Id="R39fafeb484da4a19" /><Relationship Type="http://schemas.openxmlformats.org/officeDocument/2006/relationships/hyperlink" Target="https://athletixai.onrender.com" TargetMode="External" Id="R8a2cb558420b4944" /><Relationship Type="http://schemas.openxmlformats.org/officeDocument/2006/relationships/notesSlide" Target="/ppt/notesSlides/notesSlide5.xml" Id="R7a3da387c7ed47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0ed6cf9db4347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971fe3baa4620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" name="Text 1: AthletixAI">
            <a:extLst xmlns:a="http://schemas.openxmlformats.org/drawingml/2006/main">
              <a:ext uri="{FF2B5EF4-FFF2-40B4-BE49-F238E27FC236}">
                <a16:creationId xmlns:a16="http://schemas.microsoft.com/office/drawing/2014/main" id="{8FA98A96-4CF6-4A72-A320-4BA0B7AB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" name="Text 2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7BD234BD-0D03-4D6E-90C4-6CBC7D7F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5" name="Panel 3">
            <a:extLst xmlns:a="http://schemas.openxmlformats.org/drawingml/2006/main">
              <a:ext uri="{FF2B5EF4-FFF2-40B4-BE49-F238E27FC236}">
                <a16:creationId xmlns:a16="http://schemas.microsoft.com/office/drawing/2014/main" id="{181A6D9B-A4FB-4BAB-91D2-FAC0F220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33375"/>
            <a:ext cx="2667000" cy="409575"/>
          </a:xfrm>
          <a:prstGeom xmlns:a="http://schemas.openxmlformats.org/drawingml/2006/main" prst="roundRect">
            <a:avLst>
              <a:gd name="adj" fmla="val 30233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sp>
        <p:nvSpPr>
          <p:cNvPr id="6" name="Text 4: WORKING PROTOTYPE">
            <a:extLst xmlns:a="http://schemas.openxmlformats.org/drawingml/2006/main">
              <a:ext uri="{FF2B5EF4-FFF2-40B4-BE49-F238E27FC236}">
                <a16:creationId xmlns:a16="http://schemas.microsoft.com/office/drawing/2014/main" id="{24E9D4AE-FAC5-412C-B6E6-206E6C3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9100"/>
            <a:ext cx="2276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WORKING PROTOTYPE</a:t>
            </a:r>
          </a:p>
        </p:txBody>
      </p:sp>
      <p:sp>
        <p:nvSpPr>
          <p:cNvPr id="7" name="Text 5: ATHLETE ASSESSMENT &amp; COACH DISCOVERY">
            <a:extLst xmlns:a="http://schemas.openxmlformats.org/drawingml/2006/main">
              <a:ext uri="{FF2B5EF4-FFF2-40B4-BE49-F238E27FC236}">
                <a16:creationId xmlns:a16="http://schemas.microsoft.com/office/drawing/2014/main" id="{188E21F8-5CA4-442A-BBBD-B45C418E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ATHLETE ASSESSMENT &amp; COACH DISCOVERY</a:t>
            </a:r>
          </a:p>
        </p:txBody>
      </p:sp>
      <p:sp>
        <p:nvSpPr>
          <p:cNvPr id="8" name="Text 6: AthletixAI">
            <a:extLst xmlns:a="http://schemas.openxmlformats.org/drawingml/2006/main">
              <a:ext uri="{FF2B5EF4-FFF2-40B4-BE49-F238E27FC236}">
                <a16:creationId xmlns:a16="http://schemas.microsoft.com/office/drawing/2014/main" id="{3ADDD387-5AE3-46E2-99E5-1076B27F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876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2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1042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1042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9" name="Text 7: AI SPORTS TALENT PLATFORM">
            <a:extLst xmlns:a="http://schemas.openxmlformats.org/drawingml/2006/main">
              <a:ext uri="{FF2B5EF4-FFF2-40B4-BE49-F238E27FC236}">
                <a16:creationId xmlns:a16="http://schemas.microsoft.com/office/drawing/2014/main" id="{CF30423F-B08C-4455-9D69-87A176F1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804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SPORTS TALENT PLATFORM</a:t>
            </a:r>
          </a:p>
        </p:txBody>
      </p:sp>
      <p:sp>
        <p:nvSpPr>
          <p:cNvPr id="10" name="Divider 8">
            <a:extLst xmlns:a="http://schemas.openxmlformats.org/drawingml/2006/main">
              <a:ext uri="{FF2B5EF4-FFF2-40B4-BE49-F238E27FC236}">
                <a16:creationId xmlns:a16="http://schemas.microsoft.com/office/drawing/2014/main" id="{1E1CDCB8-9D2B-4C41-8F6C-8DD84F46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E7FA"/>
            </a:solidFill>
            <a:prstDash val="solid"/>
          </a:ln>
        </p:spPr>
      </p:sp>
      <p:sp>
        <p:nvSpPr>
          <p:cNvPr id="11" name="Text 9: Phone-based movement assessment for athletes and coaches.">
            <a:extLst xmlns:a="http://schemas.openxmlformats.org/drawingml/2006/main">
              <a:ext uri="{FF2B5EF4-FFF2-40B4-BE49-F238E27FC236}">
                <a16:creationId xmlns:a16="http://schemas.microsoft.com/office/drawing/2014/main" id="{C0FB636D-4ABF-439C-B493-D3DC315B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76581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Phone-based movement assessment</a:t>
            </a:r>
          </a:p>
          <a:p xmlns:a="http://schemas.openxmlformats.org/drawingml/2006/main">
            <a:pPr algn="l">
              <a:defRPr sz="27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for athletes and coaches.</a:t>
            </a:r>
          </a:p>
        </p:txBody>
      </p:sp>
      <p:sp>
        <p:nvSpPr>
          <p:cNvPr id="12" name="Text 10: BUILT BY">
            <a:extLst xmlns:a="http://schemas.openxmlformats.org/drawingml/2006/main">
              <a:ext uri="{FF2B5EF4-FFF2-40B4-BE49-F238E27FC236}">
                <a16:creationId xmlns:a16="http://schemas.microsoft.com/office/drawing/2014/main" id="{BD094C2F-DAB7-442A-AC89-F163A751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67525"/>
            <a:ext cx="666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BUILT BY</a:t>
            </a:r>
          </a:p>
        </p:txBody>
      </p:sp>
      <p:sp>
        <p:nvSpPr>
          <p:cNvPr id="13" name="Text 11: Archita Tripathi &amp; Manthan Dhanraj">
            <a:extLst xmlns:a="http://schemas.openxmlformats.org/drawingml/2006/main">
              <a:ext uri="{FF2B5EF4-FFF2-40B4-BE49-F238E27FC236}">
                <a16:creationId xmlns:a16="http://schemas.microsoft.com/office/drawing/2014/main" id="{50275D92-8F30-412D-9DE1-2C63A78E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10425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Archita Tripathi &amp; Manthan Dhanraj</a:t>
            </a:r>
          </a:p>
        </p:txBody>
      </p:sp>
      <p:sp>
        <p:nvSpPr>
          <p:cNvPr id="14" name="Panel 12">
            <a:extLst xmlns:a="http://schemas.openxmlformats.org/drawingml/2006/main">
              <a:ext uri="{FF2B5EF4-FFF2-40B4-BE49-F238E27FC236}">
                <a16:creationId xmlns:a16="http://schemas.microsoft.com/office/drawing/2014/main" id="{6B81B972-88B2-4DD5-B0A2-DCF14B05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86750"/>
            <a:ext cx="15430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31C2D"/>
          </a:solidFill>
          <a:ln xmlns:a="http://schemas.openxmlformats.org/drawingml/2006/main" w="14288">
            <a:solidFill>
              <a:srgbClr val="20E7FA"/>
            </a:solidFill>
            <a:prstDash val="solid"/>
          </a:ln>
        </p:spPr>
      </p:sp>
      <p:sp>
        <p:nvSpPr>
          <p:cNvPr id="15" name="Text 13: PRIVATE VIDEO. VISIBLE PROGRESS.">
            <a:extLst xmlns:a="http://schemas.openxmlformats.org/drawingml/2006/main">
              <a:ext uri="{FF2B5EF4-FFF2-40B4-BE49-F238E27FC236}">
                <a16:creationId xmlns:a16="http://schemas.microsoft.com/office/drawing/2014/main" id="{1151F40F-FEF7-4B9F-B5E3-930045EE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420100"/>
            <a:ext cx="938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PRIVATE VIDEO. VISIBLE PROGRESS.</a:t>
            </a:r>
          </a:p>
        </p:txBody>
      </p:sp>
      <p:sp>
        <p:nvSpPr>
          <p:cNvPr id="16" name="Text 14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8A675A0E-3FA2-468A-8529-A18D4661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8410575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36dab141699f4c2f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320483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076c8cc984b13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a9c5e0ac14f18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c320297fe4c45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f8c2794824b96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5613a63cc48aa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9df0a7e964b8a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9ccf0e1664dd6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4bfb8dc7e456d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55d31d0e8466a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abf9311804418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a5ea7f5434d60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5fc3a79a342d8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0d24a9de645d6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926af603e454f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387e973c04fcb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ec72abf2b42d0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67b30f3864ef2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4cc1d9d5e4669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f98fdbef742f8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5fec41e1b4068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4aee941d54c8c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1a17992d243cf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8ed9fe1ba49ca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bd2d521e343ac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010cbd7cc41a7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2ae653f5e4769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b6adc8f3f46c5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555de78274c2f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c0825feb54e03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7a26d3ae5424f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f849baca34302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2e7f531b54529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15: AthletixAI">
            <a:extLst xmlns:a="http://schemas.openxmlformats.org/drawingml/2006/main">
              <a:ext uri="{FF2B5EF4-FFF2-40B4-BE49-F238E27FC236}">
                <a16:creationId xmlns:a16="http://schemas.microsoft.com/office/drawing/2014/main" id="{3E56015E-E6DC-40E2-B020-64AC9239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16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F1915EF4-7BCF-4E2D-8E16-2B057F6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17: PROBLEM STATEMENT">
            <a:extLst xmlns:a="http://schemas.openxmlformats.org/drawingml/2006/main">
              <a:ext uri="{FF2B5EF4-FFF2-40B4-BE49-F238E27FC236}">
                <a16:creationId xmlns:a16="http://schemas.microsoft.com/office/drawing/2014/main" id="{E396D4B7-BDA7-4DC8-8FF6-49344801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19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PROBLEM STATEMENT</a:t>
            </a:r>
          </a:p>
        </p:txBody>
      </p:sp>
      <p:sp>
        <p:nvSpPr>
          <p:cNvPr id="36" name="Text 18: Challenges AthletixAI is designed to address">
            <a:extLst xmlns:a="http://schemas.openxmlformats.org/drawingml/2006/main">
              <a:ext uri="{FF2B5EF4-FFF2-40B4-BE49-F238E27FC236}">
                <a16:creationId xmlns:a16="http://schemas.microsoft.com/office/drawing/2014/main" id="{D8164FC4-AEB5-4B6D-8D0F-40BCFD66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9532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Challenges AthletixAI is designed to address</a:t>
            </a:r>
          </a:p>
        </p:txBody>
      </p:sp>
      <p:sp>
        <p:nvSpPr>
          <p:cNvPr id="37" name="Panel 19">
            <a:extLst xmlns:a="http://schemas.openxmlformats.org/drawingml/2006/main">
              <a:ext uri="{FF2B5EF4-FFF2-40B4-BE49-F238E27FC236}">
                <a16:creationId xmlns:a16="http://schemas.microsoft.com/office/drawing/2014/main" id="{4E3EBDB3-806D-40CB-B332-6E46306A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362075"/>
            <a:ext cx="4495800" cy="6657975"/>
          </a:xfrm>
          <a:prstGeom xmlns:a="http://schemas.openxmlformats.org/drawingml/2006/main" prst="roundRect">
            <a:avLst>
              <a:gd name="adj" fmla="val 339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38" name="Text 20: TALENT CAN BE HARD TO SEE">
            <a:extLst xmlns:a="http://schemas.openxmlformats.org/drawingml/2006/main">
              <a:ext uri="{FF2B5EF4-FFF2-40B4-BE49-F238E27FC236}">
                <a16:creationId xmlns:a16="http://schemas.microsoft.com/office/drawing/2014/main" id="{D02C223B-3D6A-4916-9345-FFA343AB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47825"/>
            <a:ext cx="39052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TALENT CAN BE</a:t>
            </a:r>
          </a:p>
          <a:p xmlns:a="http://schemas.openxmlformats.org/drawingml/2006/main">
            <a:pPr algn="l">
              <a:def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HARD TO SEE</a:t>
            </a:r>
          </a:p>
        </p:txBody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39499d1aa4593"/>
          <a:stretch xmlns:a="http://schemas.openxmlformats.org/drawingml/2006/main"/>
        </p:blipFill>
        <p:spPr>
          <a:xfrm xmlns:a="http://schemas.openxmlformats.org/drawingml/2006/main">
            <a:off x="457200" y="3267266"/>
            <a:ext cx="4095750" cy="1809367"/>
          </a:xfrm>
          <a:prstGeom xmlns:a="http://schemas.openxmlformats.org/drawingml/2006/main" prst="rect">
            <a:avLst/>
          </a:prstGeom>
        </p:spPr>
      </p:pic>
      <p:sp>
        <p:nvSpPr>
          <p:cNvPr id="40" name="Text 21: How can athletes show progress and reach coaches beyond local tra">
            <a:extLst xmlns:a="http://schemas.openxmlformats.org/drawingml/2006/main">
              <a:ext uri="{FF2B5EF4-FFF2-40B4-BE49-F238E27FC236}">
                <a16:creationId xmlns:a16="http://schemas.microsoft.com/office/drawing/2014/main" id="{AC4D6FF1-9E00-4F19-8802-B70A0A75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38290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How can athletes show progress</a:t>
            </a:r>
          </a:p>
          <a:p xmlns:a="http://schemas.openxmlformats.org/drawingml/2006/main">
            <a:pPr algn="l">
              <a:def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reach coaches beyond</a:t>
            </a:r>
          </a:p>
          <a:p xmlns:a="http://schemas.openxmlformats.org/drawingml/2006/main">
            <a:pPr algn="l">
              <a:def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local training environments?</a:t>
            </a:r>
          </a:p>
        </p:txBody>
      </p:sp>
      <p:sp>
        <p:nvSpPr>
          <p:cNvPr id="41" name="Divider 22">
            <a:extLst xmlns:a="http://schemas.openxmlformats.org/drawingml/2006/main">
              <a:ext uri="{FF2B5EF4-FFF2-40B4-BE49-F238E27FC236}">
                <a16:creationId xmlns:a16="http://schemas.microsoft.com/office/drawing/2014/main" id="{1FF23966-DF77-432F-A379-B1BADADF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67550"/>
            <a:ext cx="382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F6386"/>
            </a:solidFill>
            <a:prstDash val="solid"/>
          </a:ln>
        </p:spPr>
      </p:sp>
      <p:sp>
        <p:nvSpPr>
          <p:cNvPr id="42" name="Text 23: Accessible assessment. Evidence coaches can review.">
            <a:extLst xmlns:a="http://schemas.openxmlformats.org/drawingml/2006/main">
              <a:ext uri="{FF2B5EF4-FFF2-40B4-BE49-F238E27FC236}">
                <a16:creationId xmlns:a16="http://schemas.microsoft.com/office/drawing/2014/main" id="{06905C48-205E-48CC-993E-B863BCD2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05675"/>
            <a:ext cx="3781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Accessible assessment.</a:t>
            </a:r>
          </a:p>
          <a:p xmlns:a="http://schemas.openxmlformats.org/drawingml/2006/main">
            <a:pPr algn="l">
              <a:def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Evidence coaches can review.</a:t>
            </a:r>
          </a:p>
        </p:txBody>
      </p:sp>
      <p:sp>
        <p:nvSpPr>
          <p:cNvPr id="43" name="Panel 24">
            <a:extLst xmlns:a="http://schemas.openxmlformats.org/drawingml/2006/main">
              <a:ext uri="{FF2B5EF4-FFF2-40B4-BE49-F238E27FC236}">
                <a16:creationId xmlns:a16="http://schemas.microsoft.com/office/drawing/2014/main" id="{8CC6649D-9017-412A-848C-06DFC178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62075"/>
            <a:ext cx="5181600" cy="3209925"/>
          </a:xfrm>
          <a:prstGeom xmlns:a="http://schemas.openxmlformats.org/drawingml/2006/main" prst="roundRect">
            <a:avLst>
              <a:gd name="adj" fmla="val 474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4" name="Section number 25">
            <a:extLst xmlns:a="http://schemas.openxmlformats.org/drawingml/2006/main">
              <a:ext uri="{FF2B5EF4-FFF2-40B4-BE49-F238E27FC236}">
                <a16:creationId xmlns:a16="http://schemas.microsoft.com/office/drawing/2014/main" id="{84D0EAB6-A766-4BF3-976A-312E56AA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525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5" name="Text 26: 01">
            <a:extLst xmlns:a="http://schemas.openxmlformats.org/drawingml/2006/main">
              <a:ext uri="{FF2B5EF4-FFF2-40B4-BE49-F238E27FC236}">
                <a16:creationId xmlns:a16="http://schemas.microsoft.com/office/drawing/2014/main" id="{9CDF1D96-70A5-45D9-B9C4-C7BCF78C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c3b88516d4b9c"/>
          <a:stretch xmlns:a="http://schemas.openxmlformats.org/drawingml/2006/main"/>
        </p:blipFill>
        <p:spPr>
          <a:xfrm xmlns:a="http://schemas.openxmlformats.org/drawingml/2006/main">
            <a:off x="5314950" y="2497476"/>
            <a:ext cx="1266825" cy="1015323"/>
          </a:xfrm>
          <a:prstGeom xmlns:a="http://schemas.openxmlformats.org/drawingml/2006/main" prst="rect">
            <a:avLst/>
          </a:prstGeom>
        </p:spPr>
      </p:pic>
      <p:sp>
        <p:nvSpPr>
          <p:cNvPr id="47" name="Text 27: ACCESS TO ASSESSMENT">
            <a:extLst xmlns:a="http://schemas.openxmlformats.org/drawingml/2006/main">
              <a:ext uri="{FF2B5EF4-FFF2-40B4-BE49-F238E27FC236}">
                <a16:creationId xmlns:a16="http://schemas.microsoft.com/office/drawing/2014/main" id="{87299368-4026-49DC-997F-D7AA483D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28875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ACCESS TO ASSESSMENT</a:t>
            </a:r>
          </a:p>
        </p:txBody>
      </p:sp>
      <p:sp>
        <p:nvSpPr>
          <p:cNvPr id="48" name="Text 28: Specialist setups and in-person reviews can be hard to access.">
            <a:extLst xmlns:a="http://schemas.openxmlformats.org/drawingml/2006/main">
              <a:ext uri="{FF2B5EF4-FFF2-40B4-BE49-F238E27FC236}">
                <a16:creationId xmlns:a16="http://schemas.microsoft.com/office/drawing/2014/main" id="{42C87A1B-C979-4D70-B5E3-C23CBC4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38500"/>
            <a:ext cx="31718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Specialist setups and in-person</a:t>
            </a:r>
          </a:p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reviews can be hard to access.</a:t>
            </a:r>
          </a:p>
        </p:txBody>
      </p:sp>
      <p:sp>
        <p:nvSpPr>
          <p:cNvPr id="49" name="Panel 29">
            <a:extLst xmlns:a="http://schemas.openxmlformats.org/drawingml/2006/main">
              <a:ext uri="{FF2B5EF4-FFF2-40B4-BE49-F238E27FC236}">
                <a16:creationId xmlns:a16="http://schemas.microsoft.com/office/drawing/2014/main" id="{69099E37-C2F5-48F5-8069-428AAF60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62075"/>
            <a:ext cx="5181600" cy="3209925"/>
          </a:xfrm>
          <a:prstGeom xmlns:a="http://schemas.openxmlformats.org/drawingml/2006/main" prst="roundRect">
            <a:avLst>
              <a:gd name="adj" fmla="val 474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50" name="Section number 30">
            <a:extLst xmlns:a="http://schemas.openxmlformats.org/drawingml/2006/main">
              <a:ext uri="{FF2B5EF4-FFF2-40B4-BE49-F238E27FC236}">
                <a16:creationId xmlns:a16="http://schemas.microsoft.com/office/drawing/2014/main" id="{61BDA467-4F42-4993-93EC-2B2354B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525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51" name="Text 31: 02">
            <a:extLst xmlns:a="http://schemas.openxmlformats.org/drawingml/2006/main">
              <a:ext uri="{FF2B5EF4-FFF2-40B4-BE49-F238E27FC236}">
                <a16:creationId xmlns:a16="http://schemas.microsoft.com/office/drawing/2014/main" id="{E44C55F6-A263-406D-9C97-DD4E058B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811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68162c3ed48d3"/>
          <a:stretch xmlns:a="http://schemas.openxmlformats.org/drawingml/2006/main"/>
        </p:blipFill>
        <p:spPr>
          <a:xfrm xmlns:a="http://schemas.openxmlformats.org/drawingml/2006/main">
            <a:off x="10744200" y="2428789"/>
            <a:ext cx="1266825" cy="1152697"/>
          </a:xfrm>
          <a:prstGeom xmlns:a="http://schemas.openxmlformats.org/drawingml/2006/main" prst="rect">
            <a:avLst/>
          </a:prstGeom>
        </p:spPr>
      </p:pic>
      <p:sp>
        <p:nvSpPr>
          <p:cNvPr id="53" name="Text 32: UNCLEAR PROGRESS">
            <a:extLst xmlns:a="http://schemas.openxmlformats.org/drawingml/2006/main">
              <a:ext uri="{FF2B5EF4-FFF2-40B4-BE49-F238E27FC236}">
                <a16:creationId xmlns:a16="http://schemas.microsoft.com/office/drawing/2014/main" id="{E7CDF677-9EF1-4A2E-A23B-5A9F570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428875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UNCLEAR PROGRESS</a:t>
            </a:r>
          </a:p>
        </p:txBody>
      </p:sp>
      <p:sp>
        <p:nvSpPr>
          <p:cNvPr id="54" name="Text 33: Practice clips need a consistent way to compare training sessions">
            <a:extLst xmlns:a="http://schemas.openxmlformats.org/drawingml/2006/main">
              <a:ext uri="{FF2B5EF4-FFF2-40B4-BE49-F238E27FC236}">
                <a16:creationId xmlns:a16="http://schemas.microsoft.com/office/drawing/2014/main" id="{5A439F18-D169-4A90-8EC9-1C762452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238500"/>
            <a:ext cx="31718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Practice clips need a consistent</a:t>
            </a:r>
          </a:p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way to compare training sessions.</a:t>
            </a:r>
          </a:p>
        </p:txBody>
      </p:sp>
      <p:sp>
        <p:nvSpPr>
          <p:cNvPr id="55" name="Panel 34">
            <a:extLst xmlns:a="http://schemas.openxmlformats.org/drawingml/2006/main">
              <a:ext uri="{FF2B5EF4-FFF2-40B4-BE49-F238E27FC236}">
                <a16:creationId xmlns:a16="http://schemas.microsoft.com/office/drawing/2014/main" id="{9C51351A-CA97-43E6-B65D-8362861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0125"/>
            <a:ext cx="5181600" cy="3209925"/>
          </a:xfrm>
          <a:prstGeom xmlns:a="http://schemas.openxmlformats.org/drawingml/2006/main" prst="roundRect">
            <a:avLst>
              <a:gd name="adj" fmla="val 474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56" name="Section number 35">
            <a:extLst xmlns:a="http://schemas.openxmlformats.org/drawingml/2006/main">
              <a:ext uri="{FF2B5EF4-FFF2-40B4-BE49-F238E27FC236}">
                <a16:creationId xmlns:a16="http://schemas.microsoft.com/office/drawing/2014/main" id="{D3276594-2BF1-4B4C-A206-A407E4E8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0062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57" name="Text 36: 03">
            <a:extLst xmlns:a="http://schemas.openxmlformats.org/drawingml/2006/main">
              <a:ext uri="{FF2B5EF4-FFF2-40B4-BE49-F238E27FC236}">
                <a16:creationId xmlns:a16="http://schemas.microsoft.com/office/drawing/2014/main" id="{5928747C-631C-4D2B-AA97-5D87DF7B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2920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b09a9c515492a"/>
          <a:stretch xmlns:a="http://schemas.openxmlformats.org/drawingml/2006/main"/>
        </p:blipFill>
        <p:spPr>
          <a:xfrm xmlns:a="http://schemas.openxmlformats.org/drawingml/2006/main">
            <a:off x="5416976" y="5819775"/>
            <a:ext cx="1062773" cy="1266825"/>
          </a:xfrm>
          <a:prstGeom xmlns:a="http://schemas.openxmlformats.org/drawingml/2006/main" prst="rect">
            <a:avLst/>
          </a:prstGeom>
        </p:spPr>
      </p:pic>
      <p:sp>
        <p:nvSpPr>
          <p:cNvPr id="59" name="Text 37: FRAGMENTED RECORDS">
            <a:extLst xmlns:a="http://schemas.openxmlformats.org/drawingml/2006/main">
              <a:ext uri="{FF2B5EF4-FFF2-40B4-BE49-F238E27FC236}">
                <a16:creationId xmlns:a16="http://schemas.microsoft.com/office/drawing/2014/main" id="{26CF3F11-0841-49A7-8620-F908B7D6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876925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3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FRAGMENTED RECORDS</a:t>
            </a:r>
          </a:p>
        </p:txBody>
      </p:sp>
      <p:sp>
        <p:nvSpPr>
          <p:cNvPr id="60" name="Text 38: Reports and feedback need a single place for review.">
            <a:extLst xmlns:a="http://schemas.openxmlformats.org/drawingml/2006/main">
              <a:ext uri="{FF2B5EF4-FFF2-40B4-BE49-F238E27FC236}">
                <a16:creationId xmlns:a16="http://schemas.microsoft.com/office/drawing/2014/main" id="{817E8FB2-E066-4562-8D03-3D2DCC14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686550"/>
            <a:ext cx="31718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Reports and feedback need</a:t>
            </a:r>
          </a:p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single place for review.</a:t>
            </a:r>
          </a:p>
        </p:txBody>
      </p:sp>
      <p:sp>
        <p:nvSpPr>
          <p:cNvPr id="61" name="Panel 39">
            <a:extLst xmlns:a="http://schemas.openxmlformats.org/drawingml/2006/main">
              <a:ext uri="{FF2B5EF4-FFF2-40B4-BE49-F238E27FC236}">
                <a16:creationId xmlns:a16="http://schemas.microsoft.com/office/drawing/2014/main" id="{603DF815-F184-4033-8FC5-67364E3C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0125"/>
            <a:ext cx="5181600" cy="3209925"/>
          </a:xfrm>
          <a:prstGeom xmlns:a="http://schemas.openxmlformats.org/drawingml/2006/main" prst="roundRect">
            <a:avLst>
              <a:gd name="adj" fmla="val 474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62" name="Section number 40">
            <a:extLst xmlns:a="http://schemas.openxmlformats.org/drawingml/2006/main">
              <a:ext uri="{FF2B5EF4-FFF2-40B4-BE49-F238E27FC236}">
                <a16:creationId xmlns:a16="http://schemas.microsoft.com/office/drawing/2014/main" id="{0BD68E98-871E-4055-B12F-909381AA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0062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FF6386"/>
            </a:solidFill>
            <a:prstDash val="solid"/>
          </a:ln>
        </p:spPr>
      </p:sp>
      <p:sp>
        <p:nvSpPr>
          <p:cNvPr id="63" name="Text 41: 04">
            <a:extLst xmlns:a="http://schemas.openxmlformats.org/drawingml/2006/main">
              <a:ext uri="{FF2B5EF4-FFF2-40B4-BE49-F238E27FC236}">
                <a16:creationId xmlns:a16="http://schemas.microsoft.com/office/drawing/2014/main" id="{980558D4-6C67-48C1-B136-7C4C0290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2920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50e1d79144b94"/>
          <a:stretch xmlns:a="http://schemas.openxmlformats.org/drawingml/2006/main"/>
        </p:blipFill>
        <p:spPr>
          <a:xfrm xmlns:a="http://schemas.openxmlformats.org/drawingml/2006/main">
            <a:off x="10744200" y="5957473"/>
            <a:ext cx="1266825" cy="991428"/>
          </a:xfrm>
          <a:prstGeom xmlns:a="http://schemas.openxmlformats.org/drawingml/2006/main" prst="rect">
            <a:avLst/>
          </a:prstGeom>
        </p:spPr>
      </p:pic>
      <p:sp>
        <p:nvSpPr>
          <p:cNvPr id="65" name="Text 42: LIMITED COACH VISIBILITY">
            <a:extLst xmlns:a="http://schemas.openxmlformats.org/drawingml/2006/main">
              <a:ext uri="{FF2B5EF4-FFF2-40B4-BE49-F238E27FC236}">
                <a16:creationId xmlns:a16="http://schemas.microsoft.com/office/drawing/2014/main" id="{973612FF-0DBC-4AEA-9FFF-5AB4F2E3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876925"/>
            <a:ext cx="322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LIMITED COACH VISIBILITY</a:t>
            </a:r>
          </a:p>
        </p:txBody>
      </p:sp>
      <p:sp>
        <p:nvSpPr>
          <p:cNvPr id="66" name="Text 43: Coaches need searchable profiles and comparable performance evide">
            <a:extLst xmlns:a="http://schemas.openxmlformats.org/drawingml/2006/main">
              <a:ext uri="{FF2B5EF4-FFF2-40B4-BE49-F238E27FC236}">
                <a16:creationId xmlns:a16="http://schemas.microsoft.com/office/drawing/2014/main" id="{3C14AA79-6C0F-4F4A-811F-97261ADB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6686550"/>
            <a:ext cx="31718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Coaches need searchable profiles</a:t>
            </a:r>
          </a:p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comparable performance evidence.</a:t>
            </a:r>
          </a:p>
        </p:txBody>
      </p:sp>
      <p:sp>
        <p:nvSpPr>
          <p:cNvPr id="67" name="Panel 44">
            <a:extLst xmlns:a="http://schemas.openxmlformats.org/drawingml/2006/main">
              <a:ext uri="{FF2B5EF4-FFF2-40B4-BE49-F238E27FC236}">
                <a16:creationId xmlns:a16="http://schemas.microsoft.com/office/drawing/2014/main" id="{D0838606-073D-41B8-8641-5125704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86750"/>
            <a:ext cx="15430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FF6386"/>
            </a:solidFill>
            <a:prstDash val="solid"/>
          </a:ln>
        </p:spPr>
      </p:sp>
      <p:sp>
        <p:nvSpPr>
          <p:cNvPr id="68" name="Text 45: DESIGN CHALLENGE">
            <a:extLst xmlns:a="http://schemas.openxmlformats.org/drawingml/2006/main">
              <a:ext uri="{FF2B5EF4-FFF2-40B4-BE49-F238E27FC236}">
                <a16:creationId xmlns:a16="http://schemas.microsoft.com/office/drawing/2014/main" id="{EE3A0CD8-1F87-463C-99F5-B71631CE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20100"/>
            <a:ext cx="2457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DESIGN CHALLENGE</a:t>
            </a:r>
          </a:p>
        </p:txBody>
      </p:sp>
      <p:sp>
        <p:nvSpPr>
          <p:cNvPr id="69" name="Divider 46">
            <a:extLst xmlns:a="http://schemas.openxmlformats.org/drawingml/2006/main">
              <a:ext uri="{FF2B5EF4-FFF2-40B4-BE49-F238E27FC236}">
                <a16:creationId xmlns:a16="http://schemas.microsoft.com/office/drawing/2014/main" id="{DC57736C-19D6-41FF-845E-27339284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4105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6386"/>
            </a:solidFill>
            <a:prstDash val="solid"/>
          </a:ln>
        </p:spPr>
      </p:sp>
      <p:sp>
        <p:nvSpPr>
          <p:cNvPr id="70" name="Text 47: A practical assessment and discovery workflow for grassroots athl">
            <a:extLst xmlns:a="http://schemas.openxmlformats.org/drawingml/2006/main">
              <a:ext uri="{FF2B5EF4-FFF2-40B4-BE49-F238E27FC236}">
                <a16:creationId xmlns:a16="http://schemas.microsoft.com/office/drawing/2014/main" id="{1820AB97-930E-492E-8A3D-FEAD8A6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4391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practical assessment and discovery workflow for grassroots athletes.</a:t>
            </a:r>
          </a:p>
        </p:txBody>
      </p:sp>
      <p:sp>
        <p:nvSpPr>
          <p:cNvPr id="71" name="Text 48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6A2AB5D7-D8B3-4D10-AC15-671BE0F9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845820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1266ee3dad2e4732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21893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7f59199e24dec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c4ca96e854148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3e332dd34225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434e44d6e4b78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8e309654c4bd7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b55b74f4443dc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11f6b979a4f7c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5e88fa2bf47b8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ee24557d14c9e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ed5d477634ce7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27ea6c6ea42ec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d1d46d3b24432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a0f5774284663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f4f4fe38f463d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14a8fc8ab47e5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ee93375b74943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6be4175af401b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48a7a23ac47e6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d8f05722d40a5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dcdeb0a6548e2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790e1264946d9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c1310f7744903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7db8291cf4f84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8d978aeb8465b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fb9595b4847f0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e28cfb6f14323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8d347e1784436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17241a0f845a7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f8b73674a4d3a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d0d3d286845f7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6590c89124093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a1ba01ce14546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49: AthletixAI">
            <a:extLst xmlns:a="http://schemas.openxmlformats.org/drawingml/2006/main">
              <a:ext uri="{FF2B5EF4-FFF2-40B4-BE49-F238E27FC236}">
                <a16:creationId xmlns:a16="http://schemas.microsoft.com/office/drawing/2014/main" id="{4AB57FF0-C94B-4BF9-AABE-0B45F699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50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9535C6CB-5143-400E-807B-6607B673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51: OUR SOLUTION">
            <a:extLst xmlns:a="http://schemas.openxmlformats.org/drawingml/2006/main">
              <a:ext uri="{FF2B5EF4-FFF2-40B4-BE49-F238E27FC236}">
                <a16:creationId xmlns:a16="http://schemas.microsoft.com/office/drawing/2014/main" id="{0CA3BB40-4BF7-450A-83E1-CE657BD0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"/>
            <a:ext cx="11258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OUR SOLUTION</a:t>
            </a:r>
          </a:p>
        </p:txBody>
      </p:sp>
      <p:sp>
        <p:nvSpPr>
          <p:cNvPr id="36" name="Text 52: A browser platform for athlete assessment and coach discovery">
            <a:extLst xmlns:a="http://schemas.openxmlformats.org/drawingml/2006/main">
              <a:ext uri="{FF2B5EF4-FFF2-40B4-BE49-F238E27FC236}">
                <a16:creationId xmlns:a16="http://schemas.microsoft.com/office/drawing/2014/main" id="{16E7BB8F-9021-4649-B064-0F91C4A3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5325"/>
            <a:ext cx="1125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browser platform for athlete assessment and coach discovery</a:t>
            </a:r>
          </a:p>
        </p:txBody>
      </p:sp>
      <p:sp>
        <p:nvSpPr>
          <p:cNvPr id="37" name="Panel 53">
            <a:extLst xmlns:a="http://schemas.openxmlformats.org/drawingml/2006/main">
              <a:ext uri="{FF2B5EF4-FFF2-40B4-BE49-F238E27FC236}">
                <a16:creationId xmlns:a16="http://schemas.microsoft.com/office/drawing/2014/main" id="{CE1DB513-DE63-4AB4-BA7A-E666BDDB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43025"/>
            <a:ext cx="5114925" cy="61912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8" name="Panel 54">
            <a:extLst xmlns:a="http://schemas.openxmlformats.org/drawingml/2006/main">
              <a:ext uri="{FF2B5EF4-FFF2-40B4-BE49-F238E27FC236}">
                <a16:creationId xmlns:a16="http://schemas.microsoft.com/office/drawing/2014/main" id="{95DB8165-F885-441D-A174-834978E0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43025"/>
            <a:ext cx="5114925" cy="61912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9" name="Panel 55">
            <a:extLst xmlns:a="http://schemas.openxmlformats.org/drawingml/2006/main">
              <a:ext uri="{FF2B5EF4-FFF2-40B4-BE49-F238E27FC236}">
                <a16:creationId xmlns:a16="http://schemas.microsoft.com/office/drawing/2014/main" id="{88A94A12-87DC-4228-8F81-6856B01D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43025"/>
            <a:ext cx="5086350" cy="6191250"/>
          </a:xfrm>
          <a:prstGeom xmlns:a="http://schemas.openxmlformats.org/drawingml/2006/main" prst="roundRect">
            <a:avLst>
              <a:gd name="adj" fmla="val 2996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40" name="Section number 56">
            <a:extLst xmlns:a="http://schemas.openxmlformats.org/drawingml/2006/main">
              <a:ext uri="{FF2B5EF4-FFF2-40B4-BE49-F238E27FC236}">
                <a16:creationId xmlns:a16="http://schemas.microsoft.com/office/drawing/2014/main" id="{C3B79190-10D9-4CE2-8AC5-526FFEB3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1" name="Text 57: 01">
            <a:extLst xmlns:a="http://schemas.openxmlformats.org/drawingml/2006/main">
              <a:ext uri="{FF2B5EF4-FFF2-40B4-BE49-F238E27FC236}">
                <a16:creationId xmlns:a16="http://schemas.microsoft.com/office/drawing/2014/main" id="{4F7B49D4-53E2-430B-B289-CC6641B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2" name="Section number 58">
            <a:extLst xmlns:a="http://schemas.openxmlformats.org/drawingml/2006/main">
              <a:ext uri="{FF2B5EF4-FFF2-40B4-BE49-F238E27FC236}">
                <a16:creationId xmlns:a16="http://schemas.microsoft.com/office/drawing/2014/main" id="{16AEB4B4-553F-4DB2-9FA5-D085D47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3" name="Text 59: 02">
            <a:extLst xmlns:a="http://schemas.openxmlformats.org/drawingml/2006/main">
              <a:ext uri="{FF2B5EF4-FFF2-40B4-BE49-F238E27FC236}">
                <a16:creationId xmlns:a16="http://schemas.microsoft.com/office/drawing/2014/main" id="{E7E2185D-AE67-4489-B2E7-C4E827D6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5257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44" name="Section number 60">
            <a:extLst xmlns:a="http://schemas.openxmlformats.org/drawingml/2006/main">
              <a:ext uri="{FF2B5EF4-FFF2-40B4-BE49-F238E27FC236}">
                <a16:creationId xmlns:a16="http://schemas.microsoft.com/office/drawing/2014/main" id="{CDCFB298-E4A2-418F-B86C-AC623E6C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52400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  <a:prstDash val="solid"/>
          </a:ln>
        </p:spPr>
      </p:sp>
      <p:sp>
        <p:nvSpPr>
          <p:cNvPr id="45" name="Text 61: 03">
            <a:extLst xmlns:a="http://schemas.openxmlformats.org/drawingml/2006/main">
              <a:ext uri="{FF2B5EF4-FFF2-40B4-BE49-F238E27FC236}">
                <a16:creationId xmlns:a16="http://schemas.microsoft.com/office/drawing/2014/main" id="{14D02B74-A57C-4182-9833-B86B6AB1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55257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46" name="Text 62: ASSESS MOVEMENT">
            <a:extLst xmlns:a="http://schemas.openxmlformats.org/drawingml/2006/main">
              <a:ext uri="{FF2B5EF4-FFF2-40B4-BE49-F238E27FC236}">
                <a16:creationId xmlns:a16="http://schemas.microsoft.com/office/drawing/2014/main" id="{A85AAAC4-AAD2-4506-8095-BFBF609B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590675"/>
            <a:ext cx="388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ASSESS MOVEMENT</a:t>
            </a:r>
          </a:p>
        </p:txBody>
      </p:sp>
      <p:sp>
        <p:nvSpPr>
          <p:cNvPr id="47" name="Text 63: FOLLOW PROGRESS">
            <a:extLst xmlns:a="http://schemas.openxmlformats.org/drawingml/2006/main">
              <a:ext uri="{FF2B5EF4-FFF2-40B4-BE49-F238E27FC236}">
                <a16:creationId xmlns:a16="http://schemas.microsoft.com/office/drawing/2014/main" id="{AF3CBEB4-A860-41A4-9CAB-50F093F0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90675"/>
            <a:ext cx="388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FOLLOW PROGRESS</a:t>
            </a:r>
          </a:p>
        </p:txBody>
      </p:sp>
      <p:sp>
        <p:nvSpPr>
          <p:cNvPr id="48" name="Text 64: CONNECT WITH COACHES">
            <a:extLst xmlns:a="http://schemas.openxmlformats.org/drawingml/2006/main">
              <a:ext uri="{FF2B5EF4-FFF2-40B4-BE49-F238E27FC236}">
                <a16:creationId xmlns:a16="http://schemas.microsoft.com/office/drawing/2014/main" id="{65C214D0-AEE9-4155-A7FA-0D44FFDE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1619250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CONNECT WITH COACHES</a:t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932d387554f49"/>
          <a:stretch xmlns:a="http://schemas.openxmlformats.org/drawingml/2006/main"/>
        </p:blipFill>
        <p:spPr>
          <a:xfrm xmlns:a="http://schemas.openxmlformats.org/drawingml/2006/main">
            <a:off x="1276350" y="2211816"/>
            <a:ext cx="2962275" cy="2234344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016d729e34b87"/>
          <a:stretch xmlns:a="http://schemas.openxmlformats.org/drawingml/2006/main"/>
        </p:blipFill>
        <p:spPr>
          <a:xfrm xmlns:a="http://schemas.openxmlformats.org/drawingml/2006/main">
            <a:off x="7134225" y="2364876"/>
            <a:ext cx="1304925" cy="1404348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fd19b0fd741db"/>
          <a:stretch xmlns:a="http://schemas.openxmlformats.org/drawingml/2006/main"/>
        </p:blipFill>
        <p:spPr>
          <a:xfrm xmlns:a="http://schemas.openxmlformats.org/drawingml/2006/main">
            <a:off x="8782375" y="2628900"/>
            <a:ext cx="847076" cy="819150"/>
          </a:xfrm>
          <a:prstGeom xmlns:a="http://schemas.openxmlformats.org/drawingml/2006/main" prst="rect">
            <a:avLst/>
          </a:prstGeom>
        </p:spPr>
      </p:pic>
      <p:sp>
        <p:nvSpPr>
          <p:cNvPr id="52" name="Text 65: SESSION HISTORY &amp; PDF REPORTS">
            <a:extLst xmlns:a="http://schemas.openxmlformats.org/drawingml/2006/main">
              <a:ext uri="{FF2B5EF4-FFF2-40B4-BE49-F238E27FC236}">
                <a16:creationId xmlns:a16="http://schemas.microsoft.com/office/drawing/2014/main" id="{26F18A02-F8BF-4893-8962-276DBBB4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76700"/>
            <a:ext cx="4391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SESSION HISTORY &amp; PDF REPORTS</a:t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8ff083a7c4388"/>
          <a:stretch xmlns:a="http://schemas.openxmlformats.org/drawingml/2006/main"/>
        </p:blipFill>
        <p:spPr>
          <a:xfrm xmlns:a="http://schemas.openxmlformats.org/drawingml/2006/main">
            <a:off x="12382500" y="2335405"/>
            <a:ext cx="1514475" cy="1387089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1807806774dda"/>
          <a:stretch xmlns:a="http://schemas.openxmlformats.org/drawingml/2006/main"/>
        </p:blipFill>
        <p:spPr>
          <a:xfrm xmlns:a="http://schemas.openxmlformats.org/drawingml/2006/main">
            <a:off x="14192250" y="2784335"/>
            <a:ext cx="714375" cy="832129"/>
          </a:xfrm>
          <a:prstGeom xmlns:a="http://schemas.openxmlformats.org/drawingml/2006/main" prst="rect">
            <a:avLst/>
          </a:prstGeom>
        </p:spPr>
      </p:pic>
      <p:sp>
        <p:nvSpPr>
          <p:cNvPr id="55" name="Text 66: DISCOVER &amp; COMPARE ATHLETES">
            <a:extLst xmlns:a="http://schemas.openxmlformats.org/drawingml/2006/main">
              <a:ext uri="{FF2B5EF4-FFF2-40B4-BE49-F238E27FC236}">
                <a16:creationId xmlns:a16="http://schemas.microsoft.com/office/drawing/2014/main" id="{5A68C609-1F58-4176-BFDB-8A388AD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76700"/>
            <a:ext cx="4391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DISCOVER &amp; COMPARE ATHLETES</a:t>
            </a:r>
          </a:p>
        </p:txBody>
      </p:sp>
      <p:sp>
        <p:nvSpPr>
          <p:cNvPr id="56" name="Divider 67">
            <a:extLst xmlns:a="http://schemas.openxmlformats.org/drawingml/2006/main">
              <a:ext uri="{FF2B5EF4-FFF2-40B4-BE49-F238E27FC236}">
                <a16:creationId xmlns:a16="http://schemas.microsoft.com/office/drawing/2014/main" id="{77ED778F-B32F-4762-9332-FB48050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48200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7" name="Divider 68">
            <a:extLst xmlns:a="http://schemas.openxmlformats.org/drawingml/2006/main">
              <a:ext uri="{FF2B5EF4-FFF2-40B4-BE49-F238E27FC236}">
                <a16:creationId xmlns:a16="http://schemas.microsoft.com/office/drawing/2014/main" id="{FCA2793E-8E77-4E67-9DC8-B175B957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648200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8" name="Divider 69">
            <a:extLst xmlns:a="http://schemas.openxmlformats.org/drawingml/2006/main">
              <a:ext uri="{FF2B5EF4-FFF2-40B4-BE49-F238E27FC236}">
                <a16:creationId xmlns:a16="http://schemas.microsoft.com/office/drawing/2014/main" id="{AA6EBE89-FE12-4B93-B22A-80F0628A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48200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9" name="Text 70: PHONE CAMERA INPUT">
            <a:extLst xmlns:a="http://schemas.openxmlformats.org/drawingml/2006/main">
              <a:ext uri="{FF2B5EF4-FFF2-40B4-BE49-F238E27FC236}">
                <a16:creationId xmlns:a16="http://schemas.microsoft.com/office/drawing/2014/main" id="{789F7781-1D6F-4277-A895-2F33A509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9149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PHONE CAMERA INPUT</a:t>
            </a:r>
          </a:p>
        </p:txBody>
      </p:sp>
      <p:sp>
        <p:nvSpPr>
          <p:cNvPr id="60" name="Text 71: Practice clip or live camera No specialist wearables required">
            <a:extLst xmlns:a="http://schemas.openxmlformats.org/drawingml/2006/main">
              <a:ext uri="{FF2B5EF4-FFF2-40B4-BE49-F238E27FC236}">
                <a16:creationId xmlns:a16="http://schemas.microsoft.com/office/drawing/2014/main" id="{EBB57438-3173-4C6D-A3C3-6E9234EC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6732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Practice clip or live camera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No specialist wearables required</a:t>
            </a:r>
          </a:p>
        </p:txBody>
      </p:sp>
      <p:sp>
        <p:nvSpPr>
          <p:cNvPr id="61" name="Text 72: ON-DEVICE ANALYSIS">
            <a:extLst xmlns:a="http://schemas.openxmlformats.org/drawingml/2006/main">
              <a:ext uri="{FF2B5EF4-FFF2-40B4-BE49-F238E27FC236}">
                <a16:creationId xmlns:a16="http://schemas.microsoft.com/office/drawing/2014/main" id="{C12C002B-52C5-49E6-A2EA-6BCE5369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2198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ON-DEVICE ANALYSIS</a:t>
            </a:r>
          </a:p>
        </p:txBody>
      </p:sp>
      <p:sp>
        <p:nvSpPr>
          <p:cNvPr id="62" name="Text 73: MediaPipe pose estimation Sport-aware scoring rules">
            <a:extLst xmlns:a="http://schemas.openxmlformats.org/drawingml/2006/main">
              <a:ext uri="{FF2B5EF4-FFF2-40B4-BE49-F238E27FC236}">
                <a16:creationId xmlns:a16="http://schemas.microsoft.com/office/drawing/2014/main" id="{5D5D3ABB-9D0A-44EB-A6C0-116F85D8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57225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MediaPipe pose estimation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Sport-aware scoring rules</a:t>
            </a:r>
          </a:p>
        </p:txBody>
      </p:sp>
      <p:sp>
        <p:nvSpPr>
          <p:cNvPr id="63" name="Text 74: PERFORMANCE REPORTS">
            <a:extLst xmlns:a="http://schemas.openxmlformats.org/drawingml/2006/main">
              <a:ext uri="{FF2B5EF4-FFF2-40B4-BE49-F238E27FC236}">
                <a16:creationId xmlns:a16="http://schemas.microsoft.com/office/drawing/2014/main" id="{2EC07E91-B53F-46BC-838C-E9C48237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9149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PERFORMANCE REPORTS</a:t>
            </a:r>
          </a:p>
        </p:txBody>
      </p:sp>
      <p:sp>
        <p:nvSpPr>
          <p:cNvPr id="64" name="Text 75: Five movement metrics with sport-specific labels">
            <a:extLst xmlns:a="http://schemas.openxmlformats.org/drawingml/2006/main">
              <a:ext uri="{FF2B5EF4-FFF2-40B4-BE49-F238E27FC236}">
                <a16:creationId xmlns:a16="http://schemas.microsoft.com/office/drawing/2014/main" id="{87130F10-BEAA-43E7-A629-4109CE97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26732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Five movement metrics with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sport-specific labels</a:t>
            </a:r>
          </a:p>
        </p:txBody>
      </p:sp>
      <p:sp>
        <p:nvSpPr>
          <p:cNvPr id="65" name="Text 76: TRAINING EVIDENCE">
            <a:extLst xmlns:a="http://schemas.openxmlformats.org/drawingml/2006/main">
              <a:ext uri="{FF2B5EF4-FFF2-40B4-BE49-F238E27FC236}">
                <a16:creationId xmlns:a16="http://schemas.microsoft.com/office/drawing/2014/main" id="{1A049BD8-0C2A-4FC4-9EB6-1E8727E5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2198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TRAINING EVIDENCE</a:t>
            </a:r>
          </a:p>
        </p:txBody>
      </p:sp>
      <p:sp>
        <p:nvSpPr>
          <p:cNvPr id="66" name="Text 77: Review session history and trends Download reports as PDFs">
            <a:extLst xmlns:a="http://schemas.openxmlformats.org/drawingml/2006/main">
              <a:ext uri="{FF2B5EF4-FFF2-40B4-BE49-F238E27FC236}">
                <a16:creationId xmlns:a16="http://schemas.microsoft.com/office/drawing/2014/main" id="{3B8BFDC3-E860-4FF8-9A61-91DBE01B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57225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Review session history and trends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Download reports as PDFs</a:t>
            </a:r>
          </a:p>
        </p:txBody>
      </p:sp>
      <p:sp>
        <p:nvSpPr>
          <p:cNvPr id="67" name="Text 78: RECRUITER HUB">
            <a:extLst xmlns:a="http://schemas.openxmlformats.org/drawingml/2006/main">
              <a:ext uri="{FF2B5EF4-FFF2-40B4-BE49-F238E27FC236}">
                <a16:creationId xmlns:a16="http://schemas.microsoft.com/office/drawing/2014/main" id="{BD4D1B33-48B0-4251-A2A4-CB13C9D5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49149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RECRUITER HUB</a:t>
            </a:r>
          </a:p>
        </p:txBody>
      </p:sp>
      <p:sp>
        <p:nvSpPr>
          <p:cNvPr id="68" name="Text 79: Find athlete profiles and review report history">
            <a:extLst xmlns:a="http://schemas.openxmlformats.org/drawingml/2006/main">
              <a:ext uri="{FF2B5EF4-FFF2-40B4-BE49-F238E27FC236}">
                <a16:creationId xmlns:a16="http://schemas.microsoft.com/office/drawing/2014/main" id="{8239E73D-8C0C-415B-87A8-9A5EB108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267325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Find athlete profiles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review report history</a:t>
            </a:r>
          </a:p>
        </p:txBody>
      </p:sp>
      <p:sp>
        <p:nvSpPr>
          <p:cNvPr id="69" name="Text 80: COMPARE &amp; CONNECT">
            <a:extLst xmlns:a="http://schemas.openxmlformats.org/drawingml/2006/main">
              <a:ext uri="{FF2B5EF4-FFF2-40B4-BE49-F238E27FC236}">
                <a16:creationId xmlns:a16="http://schemas.microsoft.com/office/drawing/2014/main" id="{A63993F6-CCD3-4FE5-8477-7A7EFB80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219825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COMPARE &amp; CONNECT</a:t>
            </a:r>
          </a:p>
        </p:txBody>
      </p:sp>
      <p:sp>
        <p:nvSpPr>
          <p:cNvPr id="70" name="Text 81: Compare two athletes side by side Connect through messages">
            <a:extLst xmlns:a="http://schemas.openxmlformats.org/drawingml/2006/main">
              <a:ext uri="{FF2B5EF4-FFF2-40B4-BE49-F238E27FC236}">
                <a16:creationId xmlns:a16="http://schemas.microsoft.com/office/drawing/2014/main" id="{FF457B86-7B66-4C00-9DA1-8F7C31F0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572250"/>
            <a:ext cx="4524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Compare two athletes side by side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Connect through messages</a:t>
            </a:r>
          </a:p>
        </p:txBody>
      </p:sp>
      <p:sp>
        <p:nvSpPr>
          <p:cNvPr id="71" name="Text 82: Prototype scoring still needs calibration against measured perfor">
            <a:extLst xmlns:a="http://schemas.openxmlformats.org/drawingml/2006/main">
              <a:ext uri="{FF2B5EF4-FFF2-40B4-BE49-F238E27FC236}">
                <a16:creationId xmlns:a16="http://schemas.microsoft.com/office/drawing/2014/main" id="{E4B0E619-2352-49DA-B0BB-206DE82D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753350"/>
            <a:ext cx="1466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Prototype scoring still needs calibration against measured performance.</a:t>
            </a:r>
          </a:p>
        </p:txBody>
      </p:sp>
      <p:sp>
        <p:nvSpPr>
          <p:cNvPr id="72" name="Panel 83">
            <a:extLst xmlns:a="http://schemas.openxmlformats.org/drawingml/2006/main">
              <a:ext uri="{FF2B5EF4-FFF2-40B4-BE49-F238E27FC236}">
                <a16:creationId xmlns:a16="http://schemas.microsoft.com/office/drawing/2014/main" id="{70C8F48D-ED7A-4617-B78D-D007E0B2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86750"/>
            <a:ext cx="15430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73" name="Text 84: LOCAL VIDEO ANALYSIS">
            <a:extLst xmlns:a="http://schemas.openxmlformats.org/drawingml/2006/main">
              <a:ext uri="{FF2B5EF4-FFF2-40B4-BE49-F238E27FC236}">
                <a16:creationId xmlns:a16="http://schemas.microsoft.com/office/drawing/2014/main" id="{2CEC4264-1F7E-4F34-9F43-F7E6B804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20100"/>
            <a:ext cx="2457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LOCAL VIDEO ANALYSIS</a:t>
            </a:r>
          </a:p>
        </p:txBody>
      </p:sp>
      <p:sp>
        <p:nvSpPr>
          <p:cNvPr id="74" name="Divider 85">
            <a:extLst xmlns:a="http://schemas.openxmlformats.org/drawingml/2006/main">
              <a:ext uri="{FF2B5EF4-FFF2-40B4-BE49-F238E27FC236}">
                <a16:creationId xmlns:a16="http://schemas.microsoft.com/office/drawing/2014/main" id="{937F32B4-E7B7-4F30-B16B-127DCCDD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4105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75" name="Text 86: Raw video stays on the device. Only metrics and metadata reach th">
            <a:extLst xmlns:a="http://schemas.openxmlformats.org/drawingml/2006/main">
              <a:ext uri="{FF2B5EF4-FFF2-40B4-BE49-F238E27FC236}">
                <a16:creationId xmlns:a16="http://schemas.microsoft.com/office/drawing/2014/main" id="{43E35EBE-7E1C-48CB-893E-E12E3602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4391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Raw video stays on the device. Only metrics and metadata reach the server.</a:t>
            </a:r>
          </a:p>
        </p:txBody>
      </p:sp>
      <p:sp>
        <p:nvSpPr>
          <p:cNvPr id="76" name="Text 87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1901D929-2D15-4722-8EF2-F219458D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845820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10fb5fed0bd44b15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1169504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a761f2e56466c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7b3c6bcaf491b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4160acf8148db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e1c122f8e432d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98e69e6c44f66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8805b3bae414e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950699a4f4172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888741ed84fd3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2071512cb4dfc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14ef053bd47fa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6fdf99cd44d61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73ec3689041c2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f1a9525ec495d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8116857f34511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5733740d742a7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4838a247b4f31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958d099914531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51807ee174be0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ef5e186364e34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18b32d40242ad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f57d905e74874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2eda5e6dd4a2e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343e2d0a347ba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1e00f75ce4a2c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6a776d5b94f7e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518fa85324273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58c4e47b94848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8a292d0a7498a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b9e1d250d4bb1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c34fae57d4f65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5248dc7c7430e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1d6d36ece401c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88: AthletixAI">
            <a:extLst xmlns:a="http://schemas.openxmlformats.org/drawingml/2006/main">
              <a:ext uri="{FF2B5EF4-FFF2-40B4-BE49-F238E27FC236}">
                <a16:creationId xmlns:a16="http://schemas.microsoft.com/office/drawing/2014/main" id="{FF6224B9-EBB4-44D5-95C5-02012422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89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13C22C56-1228-4010-816A-4028A41B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90: FLOW OF SOLUTION">
            <a:extLst xmlns:a="http://schemas.openxmlformats.org/drawingml/2006/main">
              <a:ext uri="{FF2B5EF4-FFF2-40B4-BE49-F238E27FC236}">
                <a16:creationId xmlns:a16="http://schemas.microsoft.com/office/drawing/2014/main" id="{9C60609C-1F2C-446A-9814-A0EA3426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"/>
            <a:ext cx="1119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FLOW OF SOLUTION</a:t>
            </a:r>
          </a:p>
        </p:txBody>
      </p:sp>
      <p:sp>
        <p:nvSpPr>
          <p:cNvPr id="36" name="Text 91: The athlete journey, coach review and the next training session">
            <a:extLst xmlns:a="http://schemas.openxmlformats.org/drawingml/2006/main">
              <a:ext uri="{FF2B5EF4-FFF2-40B4-BE49-F238E27FC236}">
                <a16:creationId xmlns:a16="http://schemas.microsoft.com/office/drawing/2014/main" id="{2FBD003C-39F8-422E-8728-364D0C4E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95325"/>
            <a:ext cx="1119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The athlete journey, coach review and the next training session</a:t>
            </a:r>
          </a:p>
        </p:txBody>
      </p:sp>
      <p:sp>
        <p:nvSpPr>
          <p:cNvPr id="37" name="Text 92: ATHLETE">
            <a:extLst xmlns:a="http://schemas.openxmlformats.org/drawingml/2006/main">
              <a:ext uri="{FF2B5EF4-FFF2-40B4-BE49-F238E27FC236}">
                <a16:creationId xmlns:a16="http://schemas.microsoft.com/office/drawing/2014/main" id="{192EC17A-ECE4-4D80-A1ED-955E1BD9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71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ATHLETE</a:t>
            </a:r>
          </a:p>
        </p:txBody>
      </p:sp>
      <p:sp>
        <p:nvSpPr>
          <p:cNvPr id="38" name="Text 93: TRAINING INPUT &amp; FEEDBACK">
            <a:extLst xmlns:a="http://schemas.openxmlformats.org/drawingml/2006/main">
              <a:ext uri="{FF2B5EF4-FFF2-40B4-BE49-F238E27FC236}">
                <a16:creationId xmlns:a16="http://schemas.microsoft.com/office/drawing/2014/main" id="{EF86775C-93C4-4017-A711-D8251020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90650"/>
            <a:ext cx="1019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TRAINING INPUT &amp; FEEDBACK</a:t>
            </a:r>
          </a:p>
        </p:txBody>
      </p:sp>
      <p:sp>
        <p:nvSpPr>
          <p:cNvPr id="39" name="Panel 94">
            <a:extLst xmlns:a="http://schemas.openxmlformats.org/drawingml/2006/main">
              <a:ext uri="{FF2B5EF4-FFF2-40B4-BE49-F238E27FC236}">
                <a16:creationId xmlns:a16="http://schemas.microsoft.com/office/drawing/2014/main" id="{A149D59F-A381-4055-AA0F-9FF18B55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0" name="Circle 95">
            <a:extLst xmlns:a="http://schemas.openxmlformats.org/drawingml/2006/main">
              <a:ext uri="{FF2B5EF4-FFF2-40B4-BE49-F238E27FC236}">
                <a16:creationId xmlns:a16="http://schemas.microsoft.com/office/drawing/2014/main" id="{7B178476-A3D4-439D-A0DA-07ACD69C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</a:ln>
        </p:spPr>
      </p:sp>
      <p:sp>
        <p:nvSpPr>
          <p:cNvPr id="41" name="Text 96: 01">
            <a:extLst xmlns:a="http://schemas.openxmlformats.org/drawingml/2006/main">
              <a:ext uri="{FF2B5EF4-FFF2-40B4-BE49-F238E27FC236}">
                <a16:creationId xmlns:a16="http://schemas.microsoft.com/office/drawing/2014/main" id="{34C0B39A-6389-497B-B438-0073443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193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a35c95def4bbe"/>
          <a:stretch xmlns:a="http://schemas.openxmlformats.org/drawingml/2006/main"/>
        </p:blipFill>
        <p:spPr>
          <a:xfrm xmlns:a="http://schemas.openxmlformats.org/drawingml/2006/main">
            <a:off x="3285148" y="2352675"/>
            <a:ext cx="459154" cy="571500"/>
          </a:xfrm>
          <a:prstGeom xmlns:a="http://schemas.openxmlformats.org/drawingml/2006/main" prst="rect">
            <a:avLst/>
          </a:prstGeom>
        </p:spPr>
      </p:pic>
      <p:sp>
        <p:nvSpPr>
          <p:cNvPr id="43" name="Text 97: PROFILE &amp; CAPTURE">
            <a:extLst xmlns:a="http://schemas.openxmlformats.org/drawingml/2006/main">
              <a:ext uri="{FF2B5EF4-FFF2-40B4-BE49-F238E27FC236}">
                <a16:creationId xmlns:a16="http://schemas.microsoft.com/office/drawing/2014/main" id="{F2CD0DC8-5563-4A81-927D-9D7F06EC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PROFILE &amp; CAPTURE</a:t>
            </a:r>
          </a:p>
        </p:txBody>
      </p:sp>
      <p:sp>
        <p:nvSpPr>
          <p:cNvPr id="44" name="Divider 98">
            <a:extLst xmlns:a="http://schemas.openxmlformats.org/drawingml/2006/main">
              <a:ext uri="{FF2B5EF4-FFF2-40B4-BE49-F238E27FC236}">
                <a16:creationId xmlns:a16="http://schemas.microsoft.com/office/drawing/2014/main" id="{EEDB17CD-AB44-42D3-83F2-4794DD1A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2427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45" name="Text 99: Choose a sport and record a clip or use live camera.">
            <a:extLst xmlns:a="http://schemas.openxmlformats.org/drawingml/2006/main">
              <a:ext uri="{FF2B5EF4-FFF2-40B4-BE49-F238E27FC236}">
                <a16:creationId xmlns:a16="http://schemas.microsoft.com/office/drawing/2014/main" id="{DBE7740E-0F0C-41AD-A84C-F95A5A4D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57625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Choose a sport and record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clip or use live camera.</a:t>
            </a:r>
          </a:p>
        </p:txBody>
      </p:sp>
      <p:sp>
        <p:nvSpPr>
          <p:cNvPr id="46" name="Panel 100">
            <a:extLst xmlns:a="http://schemas.openxmlformats.org/drawingml/2006/main">
              <a:ext uri="{FF2B5EF4-FFF2-40B4-BE49-F238E27FC236}">
                <a16:creationId xmlns:a16="http://schemas.microsoft.com/office/drawing/2014/main" id="{1624C753-70D9-4C3B-BFE7-320D5F3D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09800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7" name="Circle 101">
            <a:extLst xmlns:a="http://schemas.openxmlformats.org/drawingml/2006/main">
              <a:ext uri="{FF2B5EF4-FFF2-40B4-BE49-F238E27FC236}">
                <a16:creationId xmlns:a16="http://schemas.microsoft.com/office/drawing/2014/main" id="{9F5E193A-B48A-40B2-B016-63710E81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8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</a:ln>
        </p:spPr>
      </p:sp>
      <p:sp>
        <p:nvSpPr>
          <p:cNvPr id="48" name="Text 102: 02">
            <a:extLst xmlns:a="http://schemas.openxmlformats.org/drawingml/2006/main">
              <a:ext uri="{FF2B5EF4-FFF2-40B4-BE49-F238E27FC236}">
                <a16:creationId xmlns:a16="http://schemas.microsoft.com/office/drawing/2014/main" id="{EECAF95C-91BB-4ACE-B02D-67C6BD4B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193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89354c4d14fa3"/>
          <a:stretch xmlns:a="http://schemas.openxmlformats.org/drawingml/2006/main"/>
        </p:blipFill>
        <p:spPr>
          <a:xfrm xmlns:a="http://schemas.openxmlformats.org/drawingml/2006/main">
            <a:off x="6965496" y="2352675"/>
            <a:ext cx="375557" cy="571500"/>
          </a:xfrm>
          <a:prstGeom xmlns:a="http://schemas.openxmlformats.org/drawingml/2006/main" prst="rect">
            <a:avLst/>
          </a:prstGeom>
        </p:spPr>
      </p:pic>
      <p:sp>
        <p:nvSpPr>
          <p:cNvPr id="50" name="Text 103: POSE &amp; QUALITY">
            <a:extLst xmlns:a="http://schemas.openxmlformats.org/drawingml/2006/main">
              <a:ext uri="{FF2B5EF4-FFF2-40B4-BE49-F238E27FC236}">
                <a16:creationId xmlns:a16="http://schemas.microsoft.com/office/drawing/2014/main" id="{F705E60F-AA14-43BB-8684-4D9791B7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POSE &amp; QUALITY</a:t>
            </a:r>
          </a:p>
        </p:txBody>
      </p:sp>
      <p:sp>
        <p:nvSpPr>
          <p:cNvPr id="51" name="Divider 104">
            <a:extLst xmlns:a="http://schemas.openxmlformats.org/drawingml/2006/main">
              <a:ext uri="{FF2B5EF4-FFF2-40B4-BE49-F238E27FC236}">
                <a16:creationId xmlns:a16="http://schemas.microsoft.com/office/drawing/2014/main" id="{1FDAC433-77F1-433C-9480-B8F8DCA7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2427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52" name="Text 105: Track 33 landmarks. Check visibility and movement.">
            <a:extLst xmlns:a="http://schemas.openxmlformats.org/drawingml/2006/main">
              <a:ext uri="{FF2B5EF4-FFF2-40B4-BE49-F238E27FC236}">
                <a16:creationId xmlns:a16="http://schemas.microsoft.com/office/drawing/2014/main" id="{691AD183-361B-4362-922D-74F2F182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57625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Track 33 landmarks. Check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visibility and movement.</a:t>
            </a:r>
          </a:p>
        </p:txBody>
      </p:sp>
      <p:sp>
        <p:nvSpPr>
          <p:cNvPr id="53" name="Panel 106">
            <a:extLst xmlns:a="http://schemas.openxmlformats.org/drawingml/2006/main">
              <a:ext uri="{FF2B5EF4-FFF2-40B4-BE49-F238E27FC236}">
                <a16:creationId xmlns:a16="http://schemas.microsoft.com/office/drawing/2014/main" id="{EA7ADD96-A564-40CD-994E-1208B562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09800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54" name="Circle 107">
            <a:extLst xmlns:a="http://schemas.openxmlformats.org/drawingml/2006/main">
              <a:ext uri="{FF2B5EF4-FFF2-40B4-BE49-F238E27FC236}">
                <a16:creationId xmlns:a16="http://schemas.microsoft.com/office/drawing/2014/main" id="{7DF73045-9A1F-4774-88C0-044B4F7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8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</a:ln>
        </p:spPr>
      </p:sp>
      <p:sp>
        <p:nvSpPr>
          <p:cNvPr id="55" name="Text 108: 03">
            <a:extLst xmlns:a="http://schemas.openxmlformats.org/drawingml/2006/main">
              <a:ext uri="{FF2B5EF4-FFF2-40B4-BE49-F238E27FC236}">
                <a16:creationId xmlns:a16="http://schemas.microsoft.com/office/drawing/2014/main" id="{1D033E59-7F15-4D34-966D-6DF545C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193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a995c8a4e4150"/>
          <a:stretch xmlns:a="http://schemas.openxmlformats.org/drawingml/2006/main"/>
        </p:blipFill>
        <p:spPr>
          <a:xfrm xmlns:a="http://schemas.openxmlformats.org/drawingml/2006/main">
            <a:off x="10581481" y="2352675"/>
            <a:ext cx="420688" cy="571500"/>
          </a:xfrm>
          <a:prstGeom xmlns:a="http://schemas.openxmlformats.org/drawingml/2006/main" prst="rect">
            <a:avLst/>
          </a:prstGeom>
        </p:spPr>
      </p:pic>
      <p:sp>
        <p:nvSpPr>
          <p:cNvPr id="57" name="Text 109: METRICS &amp; REPORT">
            <a:extLst xmlns:a="http://schemas.openxmlformats.org/drawingml/2006/main">
              <a:ext uri="{FF2B5EF4-FFF2-40B4-BE49-F238E27FC236}">
                <a16:creationId xmlns:a16="http://schemas.microsoft.com/office/drawing/2014/main" id="{1517A455-A996-489A-88F2-45A5254C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METRICS &amp; REPORT</a:t>
            </a:r>
          </a:p>
        </p:txBody>
      </p:sp>
      <p:sp>
        <p:nvSpPr>
          <p:cNvPr id="58" name="Divider 110">
            <a:extLst xmlns:a="http://schemas.openxmlformats.org/drawingml/2006/main">
              <a:ext uri="{FF2B5EF4-FFF2-40B4-BE49-F238E27FC236}">
                <a16:creationId xmlns:a16="http://schemas.microsoft.com/office/drawing/2014/main" id="{09700A5C-814D-469D-B3C8-24A9BFCA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72427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59" name="Text 111: Apply sport-aware rules. Save the performance report.">
            <a:extLst xmlns:a="http://schemas.openxmlformats.org/drawingml/2006/main">
              <a:ext uri="{FF2B5EF4-FFF2-40B4-BE49-F238E27FC236}">
                <a16:creationId xmlns:a16="http://schemas.microsoft.com/office/drawing/2014/main" id="{9B0DDF80-FCB8-4D1C-ADD0-F3D28E8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57625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Apply sport-aware rules.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Save the performance report.</a:t>
            </a:r>
          </a:p>
        </p:txBody>
      </p:sp>
      <p:sp>
        <p:nvSpPr>
          <p:cNvPr id="60" name="Panel 112">
            <a:extLst xmlns:a="http://schemas.openxmlformats.org/drawingml/2006/main">
              <a:ext uri="{FF2B5EF4-FFF2-40B4-BE49-F238E27FC236}">
                <a16:creationId xmlns:a16="http://schemas.microsoft.com/office/drawing/2014/main" id="{9AAEF5EB-D219-49D3-8058-005BD163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09800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61" name="Circle 113">
            <a:extLst xmlns:a="http://schemas.openxmlformats.org/drawingml/2006/main">
              <a:ext uri="{FF2B5EF4-FFF2-40B4-BE49-F238E27FC236}">
                <a16:creationId xmlns:a16="http://schemas.microsoft.com/office/drawing/2014/main" id="{FB0636F9-3B31-4F95-AB0F-4838660F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381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</a:ln>
        </p:spPr>
      </p:sp>
      <p:sp>
        <p:nvSpPr>
          <p:cNvPr id="62" name="Text 114: 04">
            <a:extLst xmlns:a="http://schemas.openxmlformats.org/drawingml/2006/main">
              <a:ext uri="{FF2B5EF4-FFF2-40B4-BE49-F238E27FC236}">
                <a16:creationId xmlns:a16="http://schemas.microsoft.com/office/drawing/2014/main" id="{CF07A506-29DA-4D38-B1F4-1D83A16F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4193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b33c3ca804e39"/>
          <a:stretch xmlns:a="http://schemas.openxmlformats.org/drawingml/2006/main"/>
        </p:blipFill>
        <p:spPr>
          <a:xfrm xmlns:a="http://schemas.openxmlformats.org/drawingml/2006/main">
            <a:off x="14154150" y="2370570"/>
            <a:ext cx="552450" cy="535709"/>
          </a:xfrm>
          <a:prstGeom xmlns:a="http://schemas.openxmlformats.org/drawingml/2006/main" prst="rect">
            <a:avLst/>
          </a:prstGeom>
        </p:spPr>
      </p:pic>
      <p:sp>
        <p:nvSpPr>
          <p:cNvPr id="64" name="Text 115: REVIEW PROGRESS">
            <a:extLst xmlns:a="http://schemas.openxmlformats.org/drawingml/2006/main">
              <a:ext uri="{FF2B5EF4-FFF2-40B4-BE49-F238E27FC236}">
                <a16:creationId xmlns:a16="http://schemas.microsoft.com/office/drawing/2014/main" id="{0F8E148D-5D63-46E8-AD4E-290AD2C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028950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REVIEW PROGRESS</a:t>
            </a:r>
          </a:p>
        </p:txBody>
      </p:sp>
      <p:sp>
        <p:nvSpPr>
          <p:cNvPr id="65" name="Divider 116">
            <a:extLst xmlns:a="http://schemas.openxmlformats.org/drawingml/2006/main">
              <a:ext uri="{FF2B5EF4-FFF2-40B4-BE49-F238E27FC236}">
                <a16:creationId xmlns:a16="http://schemas.microsoft.com/office/drawing/2014/main" id="{780B398E-3C41-41A7-9F3C-0BF9399E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72427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66" name="Text 117: View session history, trends and PDF reports.">
            <a:extLst xmlns:a="http://schemas.openxmlformats.org/drawingml/2006/main">
              <a:ext uri="{FF2B5EF4-FFF2-40B4-BE49-F238E27FC236}">
                <a16:creationId xmlns:a16="http://schemas.microsoft.com/office/drawing/2014/main" id="{EDD4D3C7-A2CD-4C76-9360-93E4A56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857625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View session history,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trends and PDF reports.</a:t>
            </a:r>
          </a:p>
        </p:txBody>
      </p:sp>
      <p:sp>
        <p:nvSpPr>
          <p:cNvPr id="67" name="Editable flow arrow 118">
            <a:extLst xmlns:a="http://schemas.openxmlformats.org/drawingml/2006/main">
              <a:ext uri="{FF2B5EF4-FFF2-40B4-BE49-F238E27FC236}">
                <a16:creationId xmlns:a16="http://schemas.microsoft.com/office/drawing/2014/main" id="{2776F7EC-DAB5-454D-91B5-3066A8BF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0992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68" name="Editable flow arrow 119">
            <a:extLst xmlns:a="http://schemas.openxmlformats.org/drawingml/2006/main">
              <a:ext uri="{FF2B5EF4-FFF2-40B4-BE49-F238E27FC236}">
                <a16:creationId xmlns:a16="http://schemas.microsoft.com/office/drawing/2014/main" id="{3567F55B-3A1C-402A-A360-C2724DB1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0992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69" name="Editable flow arrow 120">
            <a:extLst xmlns:a="http://schemas.openxmlformats.org/drawingml/2006/main">
              <a:ext uri="{FF2B5EF4-FFF2-40B4-BE49-F238E27FC236}">
                <a16:creationId xmlns:a16="http://schemas.microsoft.com/office/drawing/2014/main" id="{A254BC30-1C03-46AA-B789-B0071B07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20992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70" name="Divider 121">
            <a:extLst xmlns:a="http://schemas.openxmlformats.org/drawingml/2006/main">
              <a:ext uri="{FF2B5EF4-FFF2-40B4-BE49-F238E27FC236}">
                <a16:creationId xmlns:a16="http://schemas.microsoft.com/office/drawing/2014/main" id="{8B06F98E-71F0-4131-ABE8-F89591F6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386"/>
            </a:solidFill>
            <a:prstDash val="dash"/>
          </a:ln>
        </p:spPr>
      </p:sp>
      <p:sp>
        <p:nvSpPr>
          <p:cNvPr id="71" name="Divider 122">
            <a:extLst xmlns:a="http://schemas.openxmlformats.org/drawingml/2006/main">
              <a:ext uri="{FF2B5EF4-FFF2-40B4-BE49-F238E27FC236}">
                <a16:creationId xmlns:a16="http://schemas.microsoft.com/office/drawing/2014/main" id="{FF5D8D9F-939F-4764-883C-8CE64BE0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386"/>
            </a:solidFill>
            <a:prstDash val="dash"/>
          </a:ln>
        </p:spPr>
      </p:sp>
      <p:sp>
        <p:nvSpPr>
          <p:cNvPr id="72" name="Divider 123">
            <a:extLst xmlns:a="http://schemas.openxmlformats.org/drawingml/2006/main">
              <a:ext uri="{FF2B5EF4-FFF2-40B4-BE49-F238E27FC236}">
                <a16:creationId xmlns:a16="http://schemas.microsoft.com/office/drawing/2014/main" id="{15105085-6836-42B9-AF7D-22789769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386"/>
            </a:solidFill>
            <a:prstDash val="dash"/>
          </a:ln>
        </p:spPr>
      </p:sp>
      <p:sp>
        <p:nvSpPr>
          <p:cNvPr id="73" name="Editable flow arrow 124">
            <a:extLst xmlns:a="http://schemas.openxmlformats.org/drawingml/2006/main">
              <a:ext uri="{FF2B5EF4-FFF2-40B4-BE49-F238E27FC236}">
                <a16:creationId xmlns:a16="http://schemas.microsoft.com/office/drawing/2014/main" id="{7EE1ECD4-90AF-449E-82C4-263F3B94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66925"/>
            <a:ext cx="1905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6386"/>
          </a:solidFill>
          <a:ln xmlns:a="http://schemas.openxmlformats.org/drawingml/2006/main" w="0">
            <a:noFill/>
          </a:ln>
        </p:spPr>
      </p:sp>
      <p:sp>
        <p:nvSpPr>
          <p:cNvPr id="74" name="Panel 125">
            <a:extLst xmlns:a="http://schemas.openxmlformats.org/drawingml/2006/main">
              <a:ext uri="{FF2B5EF4-FFF2-40B4-BE49-F238E27FC236}">
                <a16:creationId xmlns:a16="http://schemas.microsoft.com/office/drawing/2014/main" id="{A75D5D0D-C317-488A-896A-2445B607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724025"/>
            <a:ext cx="2286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 126: Insufficient data: retry">
            <a:extLst xmlns:a="http://schemas.openxmlformats.org/drawingml/2006/main">
              <a:ext uri="{FF2B5EF4-FFF2-40B4-BE49-F238E27FC236}">
                <a16:creationId xmlns:a16="http://schemas.microsoft.com/office/drawing/2014/main" id="{48161CAB-94FD-4079-9E3B-7A3FD309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771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Insufficient data: retry</a:t>
            </a:r>
          </a:p>
        </p:txBody>
      </p:sp>
      <p:sp>
        <p:nvSpPr>
          <p:cNvPr id="76" name="Editable flow arrow 127">
            <a:extLst xmlns:a="http://schemas.openxmlformats.org/drawingml/2006/main">
              <a:ext uri="{FF2B5EF4-FFF2-40B4-BE49-F238E27FC236}">
                <a16:creationId xmlns:a16="http://schemas.microsoft.com/office/drawing/2014/main" id="{7540D5BA-CFE8-4501-8C81-25330B14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591050"/>
            <a:ext cx="266700" cy="542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77" name="Text 128: COACH REVIEW &amp; FOLLOW-UP">
            <a:extLst xmlns:a="http://schemas.openxmlformats.org/drawingml/2006/main">
              <a:ext uri="{FF2B5EF4-FFF2-40B4-BE49-F238E27FC236}">
                <a16:creationId xmlns:a16="http://schemas.microsoft.com/office/drawing/2014/main" id="{FA3E1C31-2E46-4D4D-8F29-39B7AADA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COACH REVIEW &amp; FOLLOW-UP</a:t>
            </a:r>
          </a:p>
        </p:txBody>
      </p:sp>
      <p:sp>
        <p:nvSpPr>
          <p:cNvPr id="78" name="Panel 129">
            <a:extLst xmlns:a="http://schemas.openxmlformats.org/drawingml/2006/main">
              <a:ext uri="{FF2B5EF4-FFF2-40B4-BE49-F238E27FC236}">
                <a16:creationId xmlns:a16="http://schemas.microsoft.com/office/drawing/2014/main" id="{1E3D17A7-FE3A-43E5-90C7-8EA857AF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381625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79" name="Circle 130">
            <a:extLst xmlns:a="http://schemas.openxmlformats.org/drawingml/2006/main">
              <a:ext uri="{FF2B5EF4-FFF2-40B4-BE49-F238E27FC236}">
                <a16:creationId xmlns:a16="http://schemas.microsoft.com/office/drawing/2014/main" id="{CA16952A-23D5-4876-99CD-0CD9F9DE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5553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</a:ln>
        </p:spPr>
      </p:sp>
      <p:sp>
        <p:nvSpPr>
          <p:cNvPr id="80" name="Text 131: 05">
            <a:extLst xmlns:a="http://schemas.openxmlformats.org/drawingml/2006/main">
              <a:ext uri="{FF2B5EF4-FFF2-40B4-BE49-F238E27FC236}">
                <a16:creationId xmlns:a16="http://schemas.microsoft.com/office/drawing/2014/main" id="{3ACEED21-2B35-4686-B35A-2F31BADC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55911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05</a:t>
            </a:r>
          </a:p>
        </p:txBody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efb7cd2134785"/>
          <a:stretch xmlns:a="http://schemas.openxmlformats.org/drawingml/2006/main"/>
        </p:blipFill>
        <p:spPr>
          <a:xfrm xmlns:a="http://schemas.openxmlformats.org/drawingml/2006/main">
            <a:off x="14154150" y="5557259"/>
            <a:ext cx="552450" cy="505982"/>
          </a:xfrm>
          <a:prstGeom xmlns:a="http://schemas.openxmlformats.org/drawingml/2006/main" prst="rect">
            <a:avLst/>
          </a:prstGeom>
        </p:spPr>
      </p:pic>
      <p:sp>
        <p:nvSpPr>
          <p:cNvPr id="82" name="Text 132: DISCOVER ATHLETES">
            <a:extLst xmlns:a="http://schemas.openxmlformats.org/drawingml/2006/main">
              <a:ext uri="{FF2B5EF4-FFF2-40B4-BE49-F238E27FC236}">
                <a16:creationId xmlns:a16="http://schemas.microsoft.com/office/drawing/2014/main" id="{050A2055-C2D0-4255-B1A1-1BB21184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00775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DISCOVER ATHLETES</a:t>
            </a:r>
          </a:p>
        </p:txBody>
      </p:sp>
      <p:sp>
        <p:nvSpPr>
          <p:cNvPr id="83" name="Divider 133">
            <a:extLst xmlns:a="http://schemas.openxmlformats.org/drawingml/2006/main">
              <a:ext uri="{FF2B5EF4-FFF2-40B4-BE49-F238E27FC236}">
                <a16:creationId xmlns:a16="http://schemas.microsoft.com/office/drawing/2014/main" id="{C00D3AE7-F2BA-4629-B944-AE3AA501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6896100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84" name="Text 134: Search and filter profiles in the Recruiter Hub.">
            <a:extLst xmlns:a="http://schemas.openxmlformats.org/drawingml/2006/main">
              <a:ext uri="{FF2B5EF4-FFF2-40B4-BE49-F238E27FC236}">
                <a16:creationId xmlns:a16="http://schemas.microsoft.com/office/drawing/2014/main" id="{4ABB491B-F694-4A6A-9F03-FDCFD02C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7029450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Search and filter profiles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 the Recruiter Hub.</a:t>
            </a:r>
          </a:p>
        </p:txBody>
      </p:sp>
      <p:sp>
        <p:nvSpPr>
          <p:cNvPr id="85" name="Panel 135">
            <a:extLst xmlns:a="http://schemas.openxmlformats.org/drawingml/2006/main">
              <a:ext uri="{FF2B5EF4-FFF2-40B4-BE49-F238E27FC236}">
                <a16:creationId xmlns:a16="http://schemas.microsoft.com/office/drawing/2014/main" id="{C9D211FC-728D-450B-B8A8-39FE0927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81625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86" name="Circle 136">
            <a:extLst xmlns:a="http://schemas.openxmlformats.org/drawingml/2006/main">
              <a:ext uri="{FF2B5EF4-FFF2-40B4-BE49-F238E27FC236}">
                <a16:creationId xmlns:a16="http://schemas.microsoft.com/office/drawing/2014/main" id="{5939F44A-95E3-45EB-A541-30B25243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53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</a:ln>
        </p:spPr>
      </p:sp>
      <p:sp>
        <p:nvSpPr>
          <p:cNvPr id="87" name="Text 137: 06">
            <a:extLst xmlns:a="http://schemas.openxmlformats.org/drawingml/2006/main">
              <a:ext uri="{FF2B5EF4-FFF2-40B4-BE49-F238E27FC236}">
                <a16:creationId xmlns:a16="http://schemas.microsoft.com/office/drawing/2014/main" id="{81446F17-A639-4507-B72A-5DF5BB1F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911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06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7890760434bf6"/>
          <a:stretch xmlns:a="http://schemas.openxmlformats.org/drawingml/2006/main"/>
        </p:blipFill>
        <p:spPr>
          <a:xfrm xmlns:a="http://schemas.openxmlformats.org/drawingml/2006/main">
            <a:off x="10546511" y="5524500"/>
            <a:ext cx="490627" cy="571500"/>
          </a:xfrm>
          <a:prstGeom xmlns:a="http://schemas.openxmlformats.org/drawingml/2006/main" prst="rect">
            <a:avLst/>
          </a:prstGeom>
        </p:spPr>
      </p:pic>
      <p:sp>
        <p:nvSpPr>
          <p:cNvPr id="89" name="Text 138: COMPARE TWO">
            <a:extLst xmlns:a="http://schemas.openxmlformats.org/drawingml/2006/main">
              <a:ext uri="{FF2B5EF4-FFF2-40B4-BE49-F238E27FC236}">
                <a16:creationId xmlns:a16="http://schemas.microsoft.com/office/drawing/2014/main" id="{CB58524B-6627-445B-B939-67DBAD82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00775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COMPARE TWO</a:t>
            </a:r>
          </a:p>
        </p:txBody>
      </p:sp>
      <p:sp>
        <p:nvSpPr>
          <p:cNvPr id="90" name="Divider 139">
            <a:extLst xmlns:a="http://schemas.openxmlformats.org/drawingml/2006/main">
              <a:ext uri="{FF2B5EF4-FFF2-40B4-BE49-F238E27FC236}">
                <a16:creationId xmlns:a16="http://schemas.microsoft.com/office/drawing/2014/main" id="{3B26CC17-BD05-41AD-B218-BCFB5D94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6896100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91" name="Text 140: Review the radar chart and metric comparison.">
            <a:extLst xmlns:a="http://schemas.openxmlformats.org/drawingml/2006/main">
              <a:ext uri="{FF2B5EF4-FFF2-40B4-BE49-F238E27FC236}">
                <a16:creationId xmlns:a16="http://schemas.microsoft.com/office/drawing/2014/main" id="{204247EA-B200-4AEF-A907-2FA9BF77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7029450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Review the radar chart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metric comparison.</a:t>
            </a:r>
          </a:p>
        </p:txBody>
      </p:sp>
      <p:sp>
        <p:nvSpPr>
          <p:cNvPr id="92" name="Panel 141">
            <a:extLst xmlns:a="http://schemas.openxmlformats.org/drawingml/2006/main">
              <a:ext uri="{FF2B5EF4-FFF2-40B4-BE49-F238E27FC236}">
                <a16:creationId xmlns:a16="http://schemas.microsoft.com/office/drawing/2014/main" id="{714DE229-8E01-455C-807E-622032CB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381625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93" name="Circle 142">
            <a:extLst xmlns:a="http://schemas.openxmlformats.org/drawingml/2006/main">
              <a:ext uri="{FF2B5EF4-FFF2-40B4-BE49-F238E27FC236}">
                <a16:creationId xmlns:a16="http://schemas.microsoft.com/office/drawing/2014/main" id="{141BA525-5B2A-4193-91EE-BD38577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53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</a:ln>
        </p:spPr>
      </p:sp>
      <p:sp>
        <p:nvSpPr>
          <p:cNvPr id="94" name="Text 143: 07">
            <a:extLst xmlns:a="http://schemas.openxmlformats.org/drawingml/2006/main">
              <a:ext uri="{FF2B5EF4-FFF2-40B4-BE49-F238E27FC236}">
                <a16:creationId xmlns:a16="http://schemas.microsoft.com/office/drawing/2014/main" id="{0664C2D5-4D0A-413B-B149-0C2F3B1F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911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07</a:t>
            </a:r>
          </a:p>
        </p:txBody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3a588605e4956"/>
          <a:stretch xmlns:a="http://schemas.openxmlformats.org/drawingml/2006/main"/>
        </p:blipFill>
        <p:spPr>
          <a:xfrm xmlns:a="http://schemas.openxmlformats.org/drawingml/2006/main">
            <a:off x="6877050" y="5608235"/>
            <a:ext cx="552450" cy="404031"/>
          </a:xfrm>
          <a:prstGeom xmlns:a="http://schemas.openxmlformats.org/drawingml/2006/main" prst="rect">
            <a:avLst/>
          </a:prstGeom>
        </p:spPr>
      </p:pic>
      <p:sp>
        <p:nvSpPr>
          <p:cNvPr id="96" name="Text 144: CONNECT">
            <a:extLst xmlns:a="http://schemas.openxmlformats.org/drawingml/2006/main">
              <a:ext uri="{FF2B5EF4-FFF2-40B4-BE49-F238E27FC236}">
                <a16:creationId xmlns:a16="http://schemas.microsoft.com/office/drawing/2014/main" id="{0A45D75F-AAA7-4913-A393-3FFC7E8E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00775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CONNECT</a:t>
            </a:r>
          </a:p>
        </p:txBody>
      </p:sp>
      <p:sp>
        <p:nvSpPr>
          <p:cNvPr id="97" name="Divider 145">
            <a:extLst xmlns:a="http://schemas.openxmlformats.org/drawingml/2006/main">
              <a:ext uri="{FF2B5EF4-FFF2-40B4-BE49-F238E27FC236}">
                <a16:creationId xmlns:a16="http://schemas.microsoft.com/office/drawing/2014/main" id="{791D9FEC-1B85-46FE-9FEA-42BFB20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896100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98" name="Text 146: Use messages to discuss reports and next steps.">
            <a:extLst xmlns:a="http://schemas.openxmlformats.org/drawingml/2006/main">
              <a:ext uri="{FF2B5EF4-FFF2-40B4-BE49-F238E27FC236}">
                <a16:creationId xmlns:a16="http://schemas.microsoft.com/office/drawing/2014/main" id="{F6AFD56B-6950-45CA-A8B0-69740D59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7029450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Use messages to discuss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reports and next steps.</a:t>
            </a:r>
          </a:p>
        </p:txBody>
      </p:sp>
      <p:sp>
        <p:nvSpPr>
          <p:cNvPr id="99" name="Panel 147">
            <a:extLst xmlns:a="http://schemas.openxmlformats.org/drawingml/2006/main">
              <a:ext uri="{FF2B5EF4-FFF2-40B4-BE49-F238E27FC236}">
                <a16:creationId xmlns:a16="http://schemas.microsoft.com/office/drawing/2014/main" id="{41932B0C-EC1B-4DCA-B085-34BED44E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295275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100" name="Circle 148">
            <a:extLst xmlns:a="http://schemas.openxmlformats.org/drawingml/2006/main">
              <a:ext uri="{FF2B5EF4-FFF2-40B4-BE49-F238E27FC236}">
                <a16:creationId xmlns:a16="http://schemas.microsoft.com/office/drawing/2014/main" id="{C7B43742-1483-4996-8B9C-098B699E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53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</a:ln>
        </p:spPr>
      </p:sp>
      <p:sp>
        <p:nvSpPr>
          <p:cNvPr id="101" name="Text 149: 08">
            <a:extLst xmlns:a="http://schemas.openxmlformats.org/drawingml/2006/main">
              <a:ext uri="{FF2B5EF4-FFF2-40B4-BE49-F238E27FC236}">
                <a16:creationId xmlns:a16="http://schemas.microsoft.com/office/drawing/2014/main" id="{80E8FABB-1C1D-46BA-96FB-64ECA70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911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08</a:t>
            </a:r>
          </a:p>
        </p:txBody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10092ea854620"/>
          <a:stretch xmlns:a="http://schemas.openxmlformats.org/drawingml/2006/main"/>
        </p:blipFill>
        <p:spPr>
          <a:xfrm xmlns:a="http://schemas.openxmlformats.org/drawingml/2006/main">
            <a:off x="3238500" y="5554742"/>
            <a:ext cx="552450" cy="511016"/>
          </a:xfrm>
          <a:prstGeom xmlns:a="http://schemas.openxmlformats.org/drawingml/2006/main" prst="rect">
            <a:avLst/>
          </a:prstGeom>
        </p:spPr>
      </p:pic>
      <p:sp>
        <p:nvSpPr>
          <p:cNvPr id="103" name="Text 150: TRAIN &amp; REASSESS">
            <a:extLst xmlns:a="http://schemas.openxmlformats.org/drawingml/2006/main">
              <a:ext uri="{FF2B5EF4-FFF2-40B4-BE49-F238E27FC236}">
                <a16:creationId xmlns:a16="http://schemas.microsoft.com/office/drawing/2014/main" id="{2AA2ED88-B500-4B5E-ADBF-4C88AED6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00775"/>
            <a:ext cx="2581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TRAIN &amp; REASSESS</a:t>
            </a:r>
          </a:p>
        </p:txBody>
      </p:sp>
      <p:sp>
        <p:nvSpPr>
          <p:cNvPr id="104" name="Divider 151">
            <a:extLst xmlns:a="http://schemas.openxmlformats.org/drawingml/2006/main">
              <a:ext uri="{FF2B5EF4-FFF2-40B4-BE49-F238E27FC236}">
                <a16:creationId xmlns:a16="http://schemas.microsoft.com/office/drawing/2014/main" id="{3F1CD67C-75F8-4F46-8F8D-AF58A40B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896100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282"/>
            </a:solidFill>
            <a:prstDash val="solid"/>
          </a:ln>
        </p:spPr>
      </p:sp>
      <p:sp>
        <p:nvSpPr>
          <p:cNvPr id="105" name="Text 152: Practise, capture again and review the next session.">
            <a:extLst xmlns:a="http://schemas.openxmlformats.org/drawingml/2006/main">
              <a:ext uri="{FF2B5EF4-FFF2-40B4-BE49-F238E27FC236}">
                <a16:creationId xmlns:a16="http://schemas.microsoft.com/office/drawing/2014/main" id="{22038382-AD78-43CC-B58F-B5571D18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029450"/>
            <a:ext cx="2581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Practise, capture again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review the next session.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85C641C-9870-49DB-AAFF-EB85276C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6362700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0F4BC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BA3FC67-D6B5-4980-B340-E140996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362700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0F4BC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50F9F63-1484-4A82-B952-72F8B033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362700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0F4BC"/>
          </a:solidFill>
          <a:ln xmlns:a="http://schemas.openxmlformats.org/drawingml/2006/main" w="0">
            <a:noFill/>
          </a:ln>
        </p:spPr>
      </p:sp>
      <p:sp>
        <p:nvSpPr>
          <p:cNvPr id="109" name="Divider 153">
            <a:extLst xmlns:a="http://schemas.openxmlformats.org/drawingml/2006/main">
              <a:ext uri="{FF2B5EF4-FFF2-40B4-BE49-F238E27FC236}">
                <a16:creationId xmlns:a16="http://schemas.microsoft.com/office/drawing/2014/main" id="{61CEB412-CE9D-4758-ABD5-CECDE8FF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110" name="Divider 154">
            <a:extLst xmlns:a="http://schemas.openxmlformats.org/drawingml/2006/main">
              <a:ext uri="{FF2B5EF4-FFF2-40B4-BE49-F238E27FC236}">
                <a16:creationId xmlns:a16="http://schemas.microsoft.com/office/drawing/2014/main" id="{4CA3AE93-67DE-4546-BB40-4C3FDF95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0" cy="3171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111" name="Divider 155">
            <a:extLst xmlns:a="http://schemas.openxmlformats.org/drawingml/2006/main">
              <a:ext uri="{FF2B5EF4-FFF2-40B4-BE49-F238E27FC236}">
                <a16:creationId xmlns:a16="http://schemas.microsoft.com/office/drawing/2014/main" id="{2300AC57-F6EB-476C-90BF-A997BCD3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112" name="Editable flow arrow 156">
            <a:extLst xmlns:a="http://schemas.openxmlformats.org/drawingml/2006/main">
              <a:ext uri="{FF2B5EF4-FFF2-40B4-BE49-F238E27FC236}">
                <a16:creationId xmlns:a16="http://schemas.microsoft.com/office/drawing/2014/main" id="{A50BA0C1-0861-47B4-8CF4-3A0BD94B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19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F4BC"/>
          </a:solidFill>
          <a:ln xmlns:a="http://schemas.openxmlformats.org/drawingml/2006/main" w="0">
            <a:noFill/>
          </a:ln>
        </p:spPr>
      </p:sp>
      <p:sp>
        <p:nvSpPr>
          <p:cNvPr id="113" name="Text 157: NEXT SESSION">
            <a:extLst xmlns:a="http://schemas.openxmlformats.org/drawingml/2006/main">
              <a:ext uri="{FF2B5EF4-FFF2-40B4-BE49-F238E27FC236}">
                <a16:creationId xmlns:a16="http://schemas.microsoft.com/office/drawing/2014/main" id="{50B17A9E-7C06-4ACB-A015-58CC84EC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00975"/>
            <a:ext cx="3419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NEXT SESSION</a:t>
            </a:r>
          </a:p>
        </p:txBody>
      </p:sp>
      <p:sp>
        <p:nvSpPr>
          <p:cNvPr id="114" name="Text 158: Coaches guide training decisions. Prototype scores need calibrati">
            <a:extLst xmlns:a="http://schemas.openxmlformats.org/drawingml/2006/main">
              <a:ext uri="{FF2B5EF4-FFF2-40B4-BE49-F238E27FC236}">
                <a16:creationId xmlns:a16="http://schemas.microsoft.com/office/drawing/2014/main" id="{C9606B51-71A4-425E-AFC5-EA368800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791450"/>
            <a:ext cx="876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Coaches guide training decisions. Prototype scores need calibration.</a:t>
            </a:r>
          </a:p>
        </p:txBody>
      </p:sp>
      <p:sp>
        <p:nvSpPr>
          <p:cNvPr id="115" name="Panel 159">
            <a:extLst xmlns:a="http://schemas.openxmlformats.org/drawingml/2006/main">
              <a:ext uri="{FF2B5EF4-FFF2-40B4-BE49-F238E27FC236}">
                <a16:creationId xmlns:a16="http://schemas.microsoft.com/office/drawing/2014/main" id="{4C3BA4CA-DE93-419A-A4DA-1E80C7C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86750"/>
            <a:ext cx="15430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116" name="Text 160: PRIVACY BOUNDARY">
            <a:extLst xmlns:a="http://schemas.openxmlformats.org/drawingml/2006/main">
              <a:ext uri="{FF2B5EF4-FFF2-40B4-BE49-F238E27FC236}">
                <a16:creationId xmlns:a16="http://schemas.microsoft.com/office/drawing/2014/main" id="{E3F7747A-F895-4A51-AC1C-D68D59F8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20100"/>
            <a:ext cx="2457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PRIVACY BOUNDARY</a:t>
            </a:r>
          </a:p>
        </p:txBody>
      </p:sp>
      <p:sp>
        <p:nvSpPr>
          <p:cNvPr id="117" name="Divider 161">
            <a:extLst xmlns:a="http://schemas.openxmlformats.org/drawingml/2006/main">
              <a:ext uri="{FF2B5EF4-FFF2-40B4-BE49-F238E27FC236}">
                <a16:creationId xmlns:a16="http://schemas.microsoft.com/office/drawing/2014/main" id="{7533BD0A-F74B-41D6-8ECF-E4485382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4105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118" name="Text 162: The browser keeps raw video local. The backend stores structured ">
            <a:extLst xmlns:a="http://schemas.openxmlformats.org/drawingml/2006/main">
              <a:ext uri="{FF2B5EF4-FFF2-40B4-BE49-F238E27FC236}">
                <a16:creationId xmlns:a16="http://schemas.microsoft.com/office/drawing/2014/main" id="{AA234993-95D9-446B-B5F8-83A3E148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4391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The browser keeps raw video local. The backend stores structured results.</a:t>
            </a:r>
          </a:p>
        </p:txBody>
      </p:sp>
      <p:sp>
        <p:nvSpPr>
          <p:cNvPr id="119" name="Text 163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3516186F-D3AD-4D06-B000-C1C61D34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845820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ae4c939be32b4219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666816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4b2f8ea51435e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c4d9c93134a42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a098d87904426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5d732f3ba4e89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aac94143144e3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8198d44ef44fc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ef5302c8a4ae1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ac95e1330451f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01e6c150d4497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75ad8a0ad44e7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42895c4e941c9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d7520697c4e26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4512859494e16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bfae760244c46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fa036d75e444d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97565b91c41bb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0b7fa1bb94be1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f30c30b1e4d16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0b23ea71b4a63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5319c656f47da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234f90e464961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d9427de7645f0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b644637e24fc5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1f986b5724019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65d7f3aa447e0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ac64628944fdd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ff2352cb644a4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3c74114214ae5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ded7430fe439e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3e775dd894904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33f87aba3464d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2d6283aef4f05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164: AthletixAI">
            <a:extLst xmlns:a="http://schemas.openxmlformats.org/drawingml/2006/main">
              <a:ext uri="{FF2B5EF4-FFF2-40B4-BE49-F238E27FC236}">
                <a16:creationId xmlns:a16="http://schemas.microsoft.com/office/drawing/2014/main" id="{9FC2A81E-469B-4E4C-84DD-F8D2A88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165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5B3FF175-6E81-49A2-BF7E-0359D16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166: TECH STACK">
            <a:extLst xmlns:a="http://schemas.openxmlformats.org/drawingml/2006/main">
              <a:ext uri="{FF2B5EF4-FFF2-40B4-BE49-F238E27FC236}">
                <a16:creationId xmlns:a16="http://schemas.microsoft.com/office/drawing/2014/main" id="{578BBF5D-6BCE-42BD-9E4D-429B1FF1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TECH STACK</a:t>
            </a:r>
          </a:p>
        </p:txBody>
      </p:sp>
      <p:sp>
        <p:nvSpPr>
          <p:cNvPr id="36" name="Text 167: Browser inference with a Python backend and persistent report sto">
            <a:extLst xmlns:a="http://schemas.openxmlformats.org/drawingml/2006/main">
              <a:ext uri="{FF2B5EF4-FFF2-40B4-BE49-F238E27FC236}">
                <a16:creationId xmlns:a16="http://schemas.microsoft.com/office/drawing/2014/main" id="{E2FAB4C2-E0DC-43A1-A3F4-6CDA057C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532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Browser inference with a Python backend and persistent report storage</a:t>
            </a:r>
          </a:p>
        </p:txBody>
      </p:sp>
      <p:sp>
        <p:nvSpPr>
          <p:cNvPr id="37" name="Panel 168">
            <a:extLst xmlns:a="http://schemas.openxmlformats.org/drawingml/2006/main">
              <a:ext uri="{FF2B5EF4-FFF2-40B4-BE49-F238E27FC236}">
                <a16:creationId xmlns:a16="http://schemas.microsoft.com/office/drawing/2014/main" id="{A060318C-7FE7-476A-A598-CF5712D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400175"/>
            <a:ext cx="3686175" cy="2876550"/>
          </a:xfrm>
          <a:prstGeom xmlns:a="http://schemas.openxmlformats.org/drawingml/2006/main" prst="roundRect">
            <a:avLst>
              <a:gd name="adj" fmla="val 529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8" name="Text 169: 01">
            <a:extLst xmlns:a="http://schemas.openxmlformats.org/drawingml/2006/main">
              <a:ext uri="{FF2B5EF4-FFF2-40B4-BE49-F238E27FC236}">
                <a16:creationId xmlns:a16="http://schemas.microsoft.com/office/drawing/2014/main" id="{70C51586-6673-48E3-A703-7DEED467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52575"/>
            <a:ext cx="581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39" name="Text 170: FRONTEND">
            <a:extLst xmlns:a="http://schemas.openxmlformats.org/drawingml/2006/main">
              <a:ext uri="{FF2B5EF4-FFF2-40B4-BE49-F238E27FC236}">
                <a16:creationId xmlns:a16="http://schemas.microsoft.com/office/drawing/2014/main" id="{586E00E3-D0FD-449B-A36F-A34A594E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9725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FRONTEND</a:t>
            </a:r>
          </a:p>
        </p:txBody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0ac53d16c47b4"/>
          <a:stretch xmlns:a="http://schemas.openxmlformats.org/drawingml/2006/main"/>
        </p:blipFill>
        <p:spPr>
          <a:xfrm xmlns:a="http://schemas.openxmlformats.org/drawingml/2006/main">
            <a:off x="512193" y="2238375"/>
            <a:ext cx="690113" cy="762000"/>
          </a:xfrm>
          <a:prstGeom xmlns:a="http://schemas.openxmlformats.org/drawingml/2006/main" prst="rect">
            <a:avLst/>
          </a:prstGeom>
        </p:spPr>
      </p:pic>
      <p:sp>
        <p:nvSpPr>
          <p:cNvPr id="41" name="Text 171: HTML5 / CSS3 / JavaScript">
            <a:extLst xmlns:a="http://schemas.openxmlformats.org/drawingml/2006/main">
              <a:ext uri="{FF2B5EF4-FFF2-40B4-BE49-F238E27FC236}">
                <a16:creationId xmlns:a16="http://schemas.microsoft.com/office/drawing/2014/main" id="{04269BAD-969B-484D-A889-9074EDD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HTML5 / CSS3 / JavaScript</a:t>
            </a:r>
          </a:p>
        </p:txBody>
      </p:sp>
      <p:sp>
        <p:nvSpPr>
          <p:cNvPr id="42" name="Divider 172">
            <a:extLst xmlns:a="http://schemas.openxmlformats.org/drawingml/2006/main">
              <a:ext uri="{FF2B5EF4-FFF2-40B4-BE49-F238E27FC236}">
                <a16:creationId xmlns:a16="http://schemas.microsoft.com/office/drawing/2014/main" id="{169606BB-E47E-40FC-98E1-C51D73FC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194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6282"/>
            </a:solidFill>
            <a:prstDash val="solid"/>
          </a:ln>
        </p:spPr>
      </p:sp>
      <p:sp>
        <p:nvSpPr>
          <p:cNvPr id="43" name="Text 173: Responsive browser interface Installable PWA shell">
            <a:extLst xmlns:a="http://schemas.openxmlformats.org/drawingml/2006/main">
              <a:ext uri="{FF2B5EF4-FFF2-40B4-BE49-F238E27FC236}">
                <a16:creationId xmlns:a16="http://schemas.microsoft.com/office/drawing/2014/main" id="{18D9D870-6673-4670-8381-F2BC99A9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1947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Responsive browser interface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Installable PWA shell</a:t>
            </a:r>
          </a:p>
        </p:txBody>
      </p:sp>
      <p:sp>
        <p:nvSpPr>
          <p:cNvPr id="44" name="Panel 174">
            <a:extLst xmlns:a="http://schemas.openxmlformats.org/drawingml/2006/main">
              <a:ext uri="{FF2B5EF4-FFF2-40B4-BE49-F238E27FC236}">
                <a16:creationId xmlns:a16="http://schemas.microsoft.com/office/drawing/2014/main" id="{C0F7BA8E-E0FE-42DA-BCB3-910056B0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00175"/>
            <a:ext cx="3686175" cy="2876550"/>
          </a:xfrm>
          <a:prstGeom xmlns:a="http://schemas.openxmlformats.org/drawingml/2006/main" prst="roundRect">
            <a:avLst>
              <a:gd name="adj" fmla="val 529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5" name="Text 175: 02">
            <a:extLst xmlns:a="http://schemas.openxmlformats.org/drawingml/2006/main">
              <a:ext uri="{FF2B5EF4-FFF2-40B4-BE49-F238E27FC236}">
                <a16:creationId xmlns:a16="http://schemas.microsoft.com/office/drawing/2014/main" id="{F4A00747-838B-443C-81E0-E43BE122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52575"/>
            <a:ext cx="581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46" name="Text 176: POSE ESTIMATION">
            <a:extLst xmlns:a="http://schemas.openxmlformats.org/drawingml/2006/main">
              <a:ext uri="{FF2B5EF4-FFF2-40B4-BE49-F238E27FC236}">
                <a16:creationId xmlns:a16="http://schemas.microsoft.com/office/drawing/2014/main" id="{5E73972A-4B4F-4D01-B7C9-F7BF12B2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609725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POSE ESTIMATION</a:t>
            </a:r>
          </a:p>
        </p:txBody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fe013223e4b06"/>
          <a:stretch xmlns:a="http://schemas.openxmlformats.org/drawingml/2006/main"/>
        </p:blipFill>
        <p:spPr>
          <a:xfrm xmlns:a="http://schemas.openxmlformats.org/drawingml/2006/main">
            <a:off x="4459410" y="2238375"/>
            <a:ext cx="625231" cy="762000"/>
          </a:xfrm>
          <a:prstGeom xmlns:a="http://schemas.openxmlformats.org/drawingml/2006/main" prst="rect">
            <a:avLst/>
          </a:prstGeom>
        </p:spPr>
      </p:pic>
      <p:sp>
        <p:nvSpPr>
          <p:cNvPr id="48" name="Text 177: MediaPipe">
            <a:extLst xmlns:a="http://schemas.openxmlformats.org/drawingml/2006/main">
              <a:ext uri="{FF2B5EF4-FFF2-40B4-BE49-F238E27FC236}">
                <a16:creationId xmlns:a16="http://schemas.microsoft.com/office/drawing/2014/main" id="{237F7384-86BA-4448-A509-58D70A77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336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sp>
        <p:nvSpPr>
          <p:cNvPr id="49" name="Divider 178">
            <a:extLst xmlns:a="http://schemas.openxmlformats.org/drawingml/2006/main">
              <a:ext uri="{FF2B5EF4-FFF2-40B4-BE49-F238E27FC236}">
                <a16:creationId xmlns:a16="http://schemas.microsoft.com/office/drawing/2014/main" id="{BA544A65-E1DD-4278-B24E-211BEBCC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194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6282"/>
            </a:solidFill>
            <a:prstDash val="solid"/>
          </a:ln>
        </p:spPr>
      </p:sp>
      <p:sp>
        <p:nvSpPr>
          <p:cNvPr id="50" name="Text 179: 33 body landmarks Inference inside the browser">
            <a:extLst xmlns:a="http://schemas.openxmlformats.org/drawingml/2006/main">
              <a:ext uri="{FF2B5EF4-FFF2-40B4-BE49-F238E27FC236}">
                <a16:creationId xmlns:a16="http://schemas.microsoft.com/office/drawing/2014/main" id="{BEB7A8CE-690E-4FBE-85E3-E2431750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1947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33 body landmarks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Inference inside the browser</a:t>
            </a:r>
          </a:p>
        </p:txBody>
      </p:sp>
      <p:sp>
        <p:nvSpPr>
          <p:cNvPr id="51" name="Panel 180">
            <a:extLst xmlns:a="http://schemas.openxmlformats.org/drawingml/2006/main">
              <a:ext uri="{FF2B5EF4-FFF2-40B4-BE49-F238E27FC236}">
                <a16:creationId xmlns:a16="http://schemas.microsoft.com/office/drawing/2014/main" id="{B47B8F0A-8BED-4CED-A91E-73A10D61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00175"/>
            <a:ext cx="3686175" cy="2876550"/>
          </a:xfrm>
          <a:prstGeom xmlns:a="http://schemas.openxmlformats.org/drawingml/2006/main" prst="roundRect">
            <a:avLst>
              <a:gd name="adj" fmla="val 529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52" name="Text 181: 03">
            <a:extLst xmlns:a="http://schemas.openxmlformats.org/drawingml/2006/main">
              <a:ext uri="{FF2B5EF4-FFF2-40B4-BE49-F238E27FC236}">
                <a16:creationId xmlns:a16="http://schemas.microsoft.com/office/drawing/2014/main" id="{0A5792DE-2F06-4924-8290-2BC04AC4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52575"/>
            <a:ext cx="581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53" name="Text 182: BACKEND">
            <a:extLst xmlns:a="http://schemas.openxmlformats.org/drawingml/2006/main">
              <a:ext uri="{FF2B5EF4-FFF2-40B4-BE49-F238E27FC236}">
                <a16:creationId xmlns:a16="http://schemas.microsoft.com/office/drawing/2014/main" id="{52B5DE1F-5453-43F7-B6F1-DD17DFB2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9725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BACKEND</a:t>
            </a:r>
          </a:p>
        </p:txBody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d9db0d9b0471e"/>
          <a:stretch xmlns:a="http://schemas.openxmlformats.org/drawingml/2006/main"/>
        </p:blipFill>
        <p:spPr>
          <a:xfrm xmlns:a="http://schemas.openxmlformats.org/drawingml/2006/main">
            <a:off x="8345488" y="2238375"/>
            <a:ext cx="682625" cy="762000"/>
          </a:xfrm>
          <a:prstGeom xmlns:a="http://schemas.openxmlformats.org/drawingml/2006/main" prst="rect">
            <a:avLst/>
          </a:prstGeom>
        </p:spPr>
      </p:pic>
      <p:sp>
        <p:nvSpPr>
          <p:cNvPr id="55" name="Text 183: Python + Flask">
            <a:extLst xmlns:a="http://schemas.openxmlformats.org/drawingml/2006/main">
              <a:ext uri="{FF2B5EF4-FFF2-40B4-BE49-F238E27FC236}">
                <a16:creationId xmlns:a16="http://schemas.microsoft.com/office/drawing/2014/main" id="{5F04FC5E-F22C-43FA-AA3F-F6ED5324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336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Python + Flask</a:t>
            </a:r>
          </a:p>
        </p:txBody>
      </p:sp>
      <p:sp>
        <p:nvSpPr>
          <p:cNvPr id="56" name="Divider 184">
            <a:extLst xmlns:a="http://schemas.openxmlformats.org/drawingml/2006/main">
              <a:ext uri="{FF2B5EF4-FFF2-40B4-BE49-F238E27FC236}">
                <a16:creationId xmlns:a16="http://schemas.microsoft.com/office/drawing/2014/main" id="{DC994D02-861D-466F-9508-D8498A2C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6282"/>
            </a:solidFill>
            <a:prstDash val="solid"/>
          </a:ln>
        </p:spPr>
      </p:sp>
      <p:sp>
        <p:nvSpPr>
          <p:cNvPr id="57" name="Text 185: Authenticated REST APIs Application services">
            <a:extLst xmlns:a="http://schemas.openxmlformats.org/drawingml/2006/main">
              <a:ext uri="{FF2B5EF4-FFF2-40B4-BE49-F238E27FC236}">
                <a16:creationId xmlns:a16="http://schemas.microsoft.com/office/drawing/2014/main" id="{80112058-F161-4F42-AD8C-3FA573E2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1947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Authenticated REST APIs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Application services</a:t>
            </a:r>
          </a:p>
        </p:txBody>
      </p:sp>
      <p:sp>
        <p:nvSpPr>
          <p:cNvPr id="58" name="Panel 186">
            <a:extLst xmlns:a="http://schemas.openxmlformats.org/drawingml/2006/main">
              <a:ext uri="{FF2B5EF4-FFF2-40B4-BE49-F238E27FC236}">
                <a16:creationId xmlns:a16="http://schemas.microsoft.com/office/drawing/2014/main" id="{8C884E2A-319E-41EB-9D98-AAB8320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1400175"/>
            <a:ext cx="3686175" cy="2876550"/>
          </a:xfrm>
          <a:prstGeom xmlns:a="http://schemas.openxmlformats.org/drawingml/2006/main" prst="roundRect">
            <a:avLst>
              <a:gd name="adj" fmla="val 529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59" name="Text 187: 04">
            <a:extLst xmlns:a="http://schemas.openxmlformats.org/drawingml/2006/main">
              <a:ext uri="{FF2B5EF4-FFF2-40B4-BE49-F238E27FC236}">
                <a16:creationId xmlns:a16="http://schemas.microsoft.com/office/drawing/2014/main" id="{70D5D0C0-7807-46F2-876A-0385270A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552575"/>
            <a:ext cx="581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60" name="Text 188: DATA STORAGE">
            <a:extLst xmlns:a="http://schemas.openxmlformats.org/drawingml/2006/main">
              <a:ext uri="{FF2B5EF4-FFF2-40B4-BE49-F238E27FC236}">
                <a16:creationId xmlns:a16="http://schemas.microsoft.com/office/drawing/2014/main" id="{88172BB1-114C-4D7F-95B3-8AECE5DB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1609725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DATA STORAGE</a:t>
            </a:r>
          </a:p>
        </p:txBody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d035549284d9f"/>
          <a:stretch xmlns:a="http://schemas.openxmlformats.org/drawingml/2006/main"/>
        </p:blipFill>
        <p:spPr>
          <a:xfrm xmlns:a="http://schemas.openxmlformats.org/drawingml/2006/main">
            <a:off x="12289848" y="2238375"/>
            <a:ext cx="623455" cy="762000"/>
          </a:xfrm>
          <a:prstGeom xmlns:a="http://schemas.openxmlformats.org/drawingml/2006/main" prst="rect">
            <a:avLst/>
          </a:prstGeom>
        </p:spPr>
      </p:pic>
      <p:sp>
        <p:nvSpPr>
          <p:cNvPr id="62" name="Text 189: SQLite">
            <a:extLst xmlns:a="http://schemas.openxmlformats.org/drawingml/2006/main">
              <a:ext uri="{FF2B5EF4-FFF2-40B4-BE49-F238E27FC236}">
                <a16:creationId xmlns:a16="http://schemas.microsoft.com/office/drawing/2014/main" id="{08EEC8BF-8D54-4491-8158-D35274D1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23336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SQLite</a:t>
            </a:r>
          </a:p>
        </p:txBody>
      </p:sp>
      <p:sp>
        <p:nvSpPr>
          <p:cNvPr id="63" name="Divider 190">
            <a:extLst xmlns:a="http://schemas.openxmlformats.org/drawingml/2006/main">
              <a:ext uri="{FF2B5EF4-FFF2-40B4-BE49-F238E27FC236}">
                <a16:creationId xmlns:a16="http://schemas.microsoft.com/office/drawing/2014/main" id="{CA542A14-1F3F-4F36-9E8D-8103DFFC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32194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6282"/>
            </a:solidFill>
            <a:prstDash val="solid"/>
          </a:ln>
        </p:spPr>
      </p:sp>
      <p:sp>
        <p:nvSpPr>
          <p:cNvPr id="64" name="Text 191: Users, reports and messages Repository-backed data layer">
            <a:extLst xmlns:a="http://schemas.openxmlformats.org/drawingml/2006/main">
              <a:ext uri="{FF2B5EF4-FFF2-40B4-BE49-F238E27FC236}">
                <a16:creationId xmlns:a16="http://schemas.microsoft.com/office/drawing/2014/main" id="{C8796E98-418E-4B1D-8F72-86F6CD76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41947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Users, reports and messages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Repository-backed data layer</a:t>
            </a:r>
          </a:p>
        </p:txBody>
      </p:sp>
      <p:sp>
        <p:nvSpPr>
          <p:cNvPr id="65" name="Panel 192">
            <a:extLst xmlns:a="http://schemas.openxmlformats.org/drawingml/2006/main">
              <a:ext uri="{FF2B5EF4-FFF2-40B4-BE49-F238E27FC236}">
                <a16:creationId xmlns:a16="http://schemas.microsoft.com/office/drawing/2014/main" id="{2B15C21F-80B4-447B-9BAE-20B8797A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514850"/>
            <a:ext cx="3686175" cy="2876550"/>
          </a:xfrm>
          <a:prstGeom xmlns:a="http://schemas.openxmlformats.org/drawingml/2006/main" prst="roundRect">
            <a:avLst>
              <a:gd name="adj" fmla="val 529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66" name="Text 193: 05">
            <a:extLst xmlns:a="http://schemas.openxmlformats.org/drawingml/2006/main">
              <a:ext uri="{FF2B5EF4-FFF2-40B4-BE49-F238E27FC236}">
                <a16:creationId xmlns:a16="http://schemas.microsoft.com/office/drawing/2014/main" id="{98F63AAB-869D-43D3-9B83-E27D3B11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67250"/>
            <a:ext cx="581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05</a:t>
            </a:r>
          </a:p>
        </p:txBody>
      </p:sp>
      <p:sp>
        <p:nvSpPr>
          <p:cNvPr id="67" name="Text 194: VISUALISATION">
            <a:extLst xmlns:a="http://schemas.openxmlformats.org/drawingml/2006/main">
              <a:ext uri="{FF2B5EF4-FFF2-40B4-BE49-F238E27FC236}">
                <a16:creationId xmlns:a16="http://schemas.microsoft.com/office/drawing/2014/main" id="{991B58BA-F21C-4E61-B029-43373BA8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VISUALISATION</a:t>
            </a:r>
          </a:p>
        </p:txBody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671101f8b4515"/>
          <a:stretch xmlns:a="http://schemas.openxmlformats.org/drawingml/2006/main"/>
        </p:blipFill>
        <p:spPr>
          <a:xfrm xmlns:a="http://schemas.openxmlformats.org/drawingml/2006/main">
            <a:off x="537482" y="5353050"/>
            <a:ext cx="639536" cy="762000"/>
          </a:xfrm>
          <a:prstGeom xmlns:a="http://schemas.openxmlformats.org/drawingml/2006/main" prst="rect">
            <a:avLst/>
          </a:prstGeom>
        </p:spPr>
      </p:pic>
      <p:sp>
        <p:nvSpPr>
          <p:cNvPr id="69" name="Text 195: Chart.js">
            <a:extLst xmlns:a="http://schemas.openxmlformats.org/drawingml/2006/main">
              <a:ext uri="{FF2B5EF4-FFF2-40B4-BE49-F238E27FC236}">
                <a16:creationId xmlns:a16="http://schemas.microsoft.com/office/drawing/2014/main" id="{4B815DB7-64CC-4B93-BC4F-AB66142B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Chart.js</a:t>
            </a:r>
          </a:p>
        </p:txBody>
      </p:sp>
      <p:sp>
        <p:nvSpPr>
          <p:cNvPr id="70" name="Divider 196">
            <a:extLst xmlns:a="http://schemas.openxmlformats.org/drawingml/2006/main">
              <a:ext uri="{FF2B5EF4-FFF2-40B4-BE49-F238E27FC236}">
                <a16:creationId xmlns:a16="http://schemas.microsoft.com/office/drawing/2014/main" id="{7215C4B7-4FEB-4951-9D74-4339A40C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6282"/>
            </a:solidFill>
            <a:prstDash val="solid"/>
          </a:ln>
        </p:spPr>
      </p:sp>
      <p:sp>
        <p:nvSpPr>
          <p:cNvPr id="71" name="Text 197: Progress charts Two-athlete radar comparisons">
            <a:extLst xmlns:a="http://schemas.openxmlformats.org/drawingml/2006/main">
              <a:ext uri="{FF2B5EF4-FFF2-40B4-BE49-F238E27FC236}">
                <a16:creationId xmlns:a16="http://schemas.microsoft.com/office/drawing/2014/main" id="{B7038608-38D8-4334-AC7E-7A1742D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5341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Progress charts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Two-athlete radar comparisons</a:t>
            </a:r>
          </a:p>
        </p:txBody>
      </p:sp>
      <p:sp>
        <p:nvSpPr>
          <p:cNvPr id="72" name="Panel 198">
            <a:extLst xmlns:a="http://schemas.openxmlformats.org/drawingml/2006/main">
              <a:ext uri="{FF2B5EF4-FFF2-40B4-BE49-F238E27FC236}">
                <a16:creationId xmlns:a16="http://schemas.microsoft.com/office/drawing/2014/main" id="{1942C873-4D25-41E7-BB54-BDE6F357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514850"/>
            <a:ext cx="3686175" cy="2876550"/>
          </a:xfrm>
          <a:prstGeom xmlns:a="http://schemas.openxmlformats.org/drawingml/2006/main" prst="roundRect">
            <a:avLst>
              <a:gd name="adj" fmla="val 529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73" name="Text 199: 06">
            <a:extLst xmlns:a="http://schemas.openxmlformats.org/drawingml/2006/main">
              <a:ext uri="{FF2B5EF4-FFF2-40B4-BE49-F238E27FC236}">
                <a16:creationId xmlns:a16="http://schemas.microsoft.com/office/drawing/2014/main" id="{FE13DD97-DDFA-4E2C-9489-CFBF5EDC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581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06</a:t>
            </a:r>
          </a:p>
        </p:txBody>
      </p:sp>
      <p:sp>
        <p:nvSpPr>
          <p:cNvPr id="74" name="Text 200: PDF EXPORT">
            <a:extLst xmlns:a="http://schemas.openxmlformats.org/drawingml/2006/main">
              <a:ext uri="{FF2B5EF4-FFF2-40B4-BE49-F238E27FC236}">
                <a16:creationId xmlns:a16="http://schemas.microsoft.com/office/drawing/2014/main" id="{CFD21580-3724-4517-92D9-E30E3B2E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24400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PDF EXPORT</a:t>
            </a:r>
          </a:p>
        </p:txBody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ba7ad9e01420d"/>
          <a:stretch xmlns:a="http://schemas.openxmlformats.org/drawingml/2006/main"/>
        </p:blipFill>
        <p:spPr>
          <a:xfrm xmlns:a="http://schemas.openxmlformats.org/drawingml/2006/main">
            <a:off x="4419600" y="5381625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76" name="Text 201: jsPDF">
            <a:extLst xmlns:a="http://schemas.openxmlformats.org/drawingml/2006/main">
              <a:ext uri="{FF2B5EF4-FFF2-40B4-BE49-F238E27FC236}">
                <a16:creationId xmlns:a16="http://schemas.microsoft.com/office/drawing/2014/main" id="{F72E36A8-0C4C-425E-91C5-60349957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448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jsPDF</a:t>
            </a:r>
          </a:p>
        </p:txBody>
      </p:sp>
      <p:sp>
        <p:nvSpPr>
          <p:cNvPr id="77" name="Divider 202">
            <a:extLst xmlns:a="http://schemas.openxmlformats.org/drawingml/2006/main">
              <a:ext uri="{FF2B5EF4-FFF2-40B4-BE49-F238E27FC236}">
                <a16:creationId xmlns:a16="http://schemas.microsoft.com/office/drawing/2014/main" id="{D1CFA4D0-ABAC-4F6A-B739-FC902B7F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334125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6282"/>
            </a:solidFill>
            <a:prstDash val="solid"/>
          </a:ln>
        </p:spPr>
      </p:sp>
      <p:sp>
        <p:nvSpPr>
          <p:cNvPr id="78" name="Text 203: Downloadable report PDFs Shareable athlete cards">
            <a:extLst xmlns:a="http://schemas.openxmlformats.org/drawingml/2006/main">
              <a:ext uri="{FF2B5EF4-FFF2-40B4-BE49-F238E27FC236}">
                <a16:creationId xmlns:a16="http://schemas.microsoft.com/office/drawing/2014/main" id="{04BDBA8C-3F10-4027-96E3-F5D185F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341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Downloadable report PDFs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Shareable athlete cards</a:t>
            </a:r>
          </a:p>
        </p:txBody>
      </p:sp>
      <p:sp>
        <p:nvSpPr>
          <p:cNvPr id="79" name="Panel 204">
            <a:extLst xmlns:a="http://schemas.openxmlformats.org/drawingml/2006/main">
              <a:ext uri="{FF2B5EF4-FFF2-40B4-BE49-F238E27FC236}">
                <a16:creationId xmlns:a16="http://schemas.microsoft.com/office/drawing/2014/main" id="{DB5FAE4A-DD3A-48F3-9756-3D53E7D8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686175" cy="2876550"/>
          </a:xfrm>
          <a:prstGeom xmlns:a="http://schemas.openxmlformats.org/drawingml/2006/main" prst="roundRect">
            <a:avLst>
              <a:gd name="adj" fmla="val 529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80" name="Text 205: 07">
            <a:extLst xmlns:a="http://schemas.openxmlformats.org/drawingml/2006/main">
              <a:ext uri="{FF2B5EF4-FFF2-40B4-BE49-F238E27FC236}">
                <a16:creationId xmlns:a16="http://schemas.microsoft.com/office/drawing/2014/main" id="{B43C7AEF-C093-4834-9A9B-9615AC35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667250"/>
            <a:ext cx="581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07</a:t>
            </a:r>
          </a:p>
        </p:txBody>
      </p:sp>
      <p:sp>
        <p:nvSpPr>
          <p:cNvPr id="81" name="Text 206: SECURITY">
            <a:extLst xmlns:a="http://schemas.openxmlformats.org/drawingml/2006/main">
              <a:ext uri="{FF2B5EF4-FFF2-40B4-BE49-F238E27FC236}">
                <a16:creationId xmlns:a16="http://schemas.microsoft.com/office/drawing/2014/main" id="{59D80C67-1369-403F-9D14-698C3F2D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24400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SECURITY</a:t>
            </a:r>
          </a:p>
        </p:txBody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4cae4d4764780"/>
          <a:stretch xmlns:a="http://schemas.openxmlformats.org/drawingml/2006/main"/>
        </p:blipFill>
        <p:spPr>
          <a:xfrm xmlns:a="http://schemas.openxmlformats.org/drawingml/2006/main">
            <a:off x="8355496" y="5353050"/>
            <a:ext cx="662609" cy="762000"/>
          </a:xfrm>
          <a:prstGeom xmlns:a="http://schemas.openxmlformats.org/drawingml/2006/main" prst="rect">
            <a:avLst/>
          </a:prstGeom>
        </p:spPr>
      </p:pic>
      <p:sp>
        <p:nvSpPr>
          <p:cNvPr id="83" name="Text 207: bcrypt + Flask controls">
            <a:extLst xmlns:a="http://schemas.openxmlformats.org/drawingml/2006/main">
              <a:ext uri="{FF2B5EF4-FFF2-40B4-BE49-F238E27FC236}">
                <a16:creationId xmlns:a16="http://schemas.microsoft.com/office/drawing/2014/main" id="{7B57CC0B-A0DB-4236-8402-B799C652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48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bcrypt + Flask controls</a:t>
            </a:r>
          </a:p>
        </p:txBody>
      </p:sp>
      <p:sp>
        <p:nvSpPr>
          <p:cNvPr id="84" name="Divider 208">
            <a:extLst xmlns:a="http://schemas.openxmlformats.org/drawingml/2006/main">
              <a:ext uri="{FF2B5EF4-FFF2-40B4-BE49-F238E27FC236}">
                <a16:creationId xmlns:a16="http://schemas.microsoft.com/office/drawing/2014/main" id="{AC4CAC92-6B17-4590-8A16-B2C26285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334125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6282"/>
            </a:solidFill>
            <a:prstDash val="solid"/>
          </a:ln>
        </p:spPr>
      </p:sp>
      <p:sp>
        <p:nvSpPr>
          <p:cNvPr id="85" name="Text 209: Password hashing, CSRF checks and login rate limiting">
            <a:extLst xmlns:a="http://schemas.openxmlformats.org/drawingml/2006/main">
              <a:ext uri="{FF2B5EF4-FFF2-40B4-BE49-F238E27FC236}">
                <a16:creationId xmlns:a16="http://schemas.microsoft.com/office/drawing/2014/main" id="{6648E41A-B35B-47FF-A40C-93000218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341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Password hashing, CSRF checks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login rate limiting</a:t>
            </a:r>
          </a:p>
        </p:txBody>
      </p:sp>
      <p:sp>
        <p:nvSpPr>
          <p:cNvPr id="86" name="Panel 210">
            <a:extLst xmlns:a="http://schemas.openxmlformats.org/drawingml/2006/main">
              <a:ext uri="{FF2B5EF4-FFF2-40B4-BE49-F238E27FC236}">
                <a16:creationId xmlns:a16="http://schemas.microsoft.com/office/drawing/2014/main" id="{CF10255A-FFF2-4299-A4FD-A29C3A1A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4514850"/>
            <a:ext cx="3686175" cy="2876550"/>
          </a:xfrm>
          <a:prstGeom xmlns:a="http://schemas.openxmlformats.org/drawingml/2006/main" prst="roundRect">
            <a:avLst>
              <a:gd name="adj" fmla="val 529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87" name="Text 211: 08">
            <a:extLst xmlns:a="http://schemas.openxmlformats.org/drawingml/2006/main">
              <a:ext uri="{FF2B5EF4-FFF2-40B4-BE49-F238E27FC236}">
                <a16:creationId xmlns:a16="http://schemas.microsoft.com/office/drawing/2014/main" id="{9EFBB553-EB5A-4968-81AD-F1DEE58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667250"/>
            <a:ext cx="581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08</a:t>
            </a:r>
          </a:p>
        </p:txBody>
      </p:sp>
      <p:sp>
        <p:nvSpPr>
          <p:cNvPr id="88" name="Text 212: DEPLOYMENT">
            <a:extLst xmlns:a="http://schemas.openxmlformats.org/drawingml/2006/main">
              <a:ext uri="{FF2B5EF4-FFF2-40B4-BE49-F238E27FC236}">
                <a16:creationId xmlns:a16="http://schemas.microsoft.com/office/drawing/2014/main" id="{1B944596-52EB-4847-A61C-4C288CED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4724400"/>
            <a:ext cx="273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DEPLOYMENT</a:t>
            </a:r>
          </a:p>
        </p:txBody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afeb484da4a19"/>
          <a:stretch xmlns:a="http://schemas.openxmlformats.org/drawingml/2006/main"/>
        </p:blipFill>
        <p:spPr>
          <a:xfrm xmlns:a="http://schemas.openxmlformats.org/drawingml/2006/main">
            <a:off x="12249150" y="5365606"/>
            <a:ext cx="704850" cy="736889"/>
          </a:xfrm>
          <a:prstGeom xmlns:a="http://schemas.openxmlformats.org/drawingml/2006/main" prst="rect">
            <a:avLst/>
          </a:prstGeom>
        </p:spPr>
      </p:pic>
      <p:sp>
        <p:nvSpPr>
          <p:cNvPr id="90" name="Text 213: Render + Gunicorn">
            <a:extLst xmlns:a="http://schemas.openxmlformats.org/drawingml/2006/main">
              <a:ext uri="{FF2B5EF4-FFF2-40B4-BE49-F238E27FC236}">
                <a16:creationId xmlns:a16="http://schemas.microsoft.com/office/drawing/2014/main" id="{F92B39EC-3E22-49DD-BFFB-A7DFD43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5448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Render + Gunicorn</a:t>
            </a:r>
          </a:p>
        </p:txBody>
      </p:sp>
      <p:sp>
        <p:nvSpPr>
          <p:cNvPr id="91" name="Divider 214">
            <a:extLst xmlns:a="http://schemas.openxmlformats.org/drawingml/2006/main">
              <a:ext uri="{FF2B5EF4-FFF2-40B4-BE49-F238E27FC236}">
                <a16:creationId xmlns:a16="http://schemas.microsoft.com/office/drawing/2014/main" id="{F6FE4519-D382-4428-BB58-64DFCDA0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6334125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26282"/>
            </a:solidFill>
            <a:prstDash val="solid"/>
          </a:ln>
        </p:spPr>
      </p:sp>
      <p:sp>
        <p:nvSpPr>
          <p:cNvPr id="92" name="Text 215: Python web service HTTPS deployment">
            <a:extLst xmlns:a="http://schemas.openxmlformats.org/drawingml/2006/main">
              <a:ext uri="{FF2B5EF4-FFF2-40B4-BE49-F238E27FC236}">
                <a16:creationId xmlns:a16="http://schemas.microsoft.com/office/drawing/2014/main" id="{8231CB91-AD81-4FC4-AD83-60117722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5341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Python web service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HTTPS deployment</a:t>
            </a:r>
          </a:p>
        </p:txBody>
      </p:sp>
      <p:sp>
        <p:nvSpPr>
          <p:cNvPr id="93" name="Text 216: ML FOR POSE">
            <a:extLst xmlns:a="http://schemas.openxmlformats.org/drawingml/2006/main">
              <a:ext uri="{FF2B5EF4-FFF2-40B4-BE49-F238E27FC236}">
                <a16:creationId xmlns:a16="http://schemas.microsoft.com/office/drawing/2014/main" id="{4AFD3DE7-F6B5-4E80-B107-1014354B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6866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ML FOR POSE</a:t>
            </a:r>
          </a:p>
        </p:txBody>
      </p:sp>
      <p:sp>
        <p:nvSpPr>
          <p:cNvPr id="94" name="Text 217: RULES FOR SCORING">
            <a:extLst xmlns:a="http://schemas.openxmlformats.org/drawingml/2006/main">
              <a:ext uri="{FF2B5EF4-FFF2-40B4-BE49-F238E27FC236}">
                <a16:creationId xmlns:a16="http://schemas.microsoft.com/office/drawing/2014/main" id="{658F82EA-B65E-4BB4-B814-553616C1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76866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RULES FOR SCORING</a:t>
            </a:r>
          </a:p>
        </p:txBody>
      </p:sp>
      <p:sp>
        <p:nvSpPr>
          <p:cNvPr id="95" name="Text 218: NO SERVER GPU FOR POSE ANALYSIS">
            <a:extLst xmlns:a="http://schemas.openxmlformats.org/drawingml/2006/main">
              <a:ext uri="{FF2B5EF4-FFF2-40B4-BE49-F238E27FC236}">
                <a16:creationId xmlns:a16="http://schemas.microsoft.com/office/drawing/2014/main" id="{01512744-EF71-40D4-A37F-23288EE1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7686675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NO SERVER GPU FOR POSE ANALYSIS</a:t>
            </a:r>
          </a:p>
        </p:txBody>
      </p:sp>
      <p:sp>
        <p:nvSpPr>
          <p:cNvPr id="96" name="Panel 219">
            <a:extLst xmlns:a="http://schemas.openxmlformats.org/drawingml/2006/main">
              <a:ext uri="{FF2B5EF4-FFF2-40B4-BE49-F238E27FC236}">
                <a16:creationId xmlns:a16="http://schemas.microsoft.com/office/drawing/2014/main" id="{EF6C17B9-1A23-4320-A26A-72C3DF9C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86750"/>
            <a:ext cx="1543050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97" name="Text 220: COMPUTE BOUNDARY">
            <a:extLst xmlns:a="http://schemas.openxmlformats.org/drawingml/2006/main">
              <a:ext uri="{FF2B5EF4-FFF2-40B4-BE49-F238E27FC236}">
                <a16:creationId xmlns:a16="http://schemas.microsoft.com/office/drawing/2014/main" id="{602A9CD8-16CA-42F7-953C-35C89E9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20100"/>
            <a:ext cx="2457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COMPUTE BOUNDARY</a:t>
            </a:r>
          </a:p>
        </p:txBody>
      </p:sp>
      <p:sp>
        <p:nvSpPr>
          <p:cNvPr id="98" name="Divider 221">
            <a:extLst xmlns:a="http://schemas.openxmlformats.org/drawingml/2006/main">
              <a:ext uri="{FF2B5EF4-FFF2-40B4-BE49-F238E27FC236}">
                <a16:creationId xmlns:a16="http://schemas.microsoft.com/office/drawing/2014/main" id="{690D2422-5EC9-4A98-88F7-9B588CD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4105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sp>
        <p:nvSpPr>
          <p:cNvPr id="99" name="Text 222: Video analysis runs locally. The server validates and stores repo">
            <a:extLst xmlns:a="http://schemas.openxmlformats.org/drawingml/2006/main">
              <a:ext uri="{FF2B5EF4-FFF2-40B4-BE49-F238E27FC236}">
                <a16:creationId xmlns:a16="http://schemas.microsoft.com/office/drawing/2014/main" id="{F2C726A1-4E43-47CB-AE3A-D79C30CC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4391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Video analysis runs locally. The server validates and stores report data.</a:t>
            </a:r>
          </a:p>
        </p:txBody>
      </p:sp>
      <p:sp>
        <p:nvSpPr>
          <p:cNvPr id="100" name="Text 223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48E04F61-342C-4C6B-A10D-12D3E4AF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845820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8a2cb558420b4944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1945234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2026-09-29T20:25:56.3110000Z</dcterms:created>
  <dcterms:modified xsi:type="dcterms:W3CDTF">2026-09-29T20:25:56.3110000Z</dcterms:modified>
</coreProperties>
</file>