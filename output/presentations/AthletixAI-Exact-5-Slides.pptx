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b17f8b838b4ba5" /><Relationship Type="http://schemas.openxmlformats.org/officeDocument/2006/relationships/extended-properties" Target="/docProps/app.xml" Id="R228a9bc527084d33" /><Relationship Type="http://schemas.openxmlformats.org/officeDocument/2006/relationships/officeDocument" Target="/ppt/presentation.xml" Id="Rcd54bc04d4b34f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7662b6658c4cee"/>
  </p:sldMasterIdLst>
  <p:notesMasterIdLst>
    <p:notesMasterId xmlns:r="http://schemas.openxmlformats.org/officeDocument/2006/relationships" r:id="Rc535b0fd9ef74bd5"/>
  </p:notesMasterIdLst>
  <p:sldIdLst>
    <p:sldId xmlns:r="http://schemas.openxmlformats.org/officeDocument/2006/relationships" id="256" r:id="R7a9c0a48ef384b8f"/>
    <p:sldId xmlns:r="http://schemas.openxmlformats.org/officeDocument/2006/relationships" id="257" r:id="R29c67dc6a64545da"/>
    <p:sldId xmlns:r="http://schemas.openxmlformats.org/officeDocument/2006/relationships" id="258" r:id="R7e560fae5db64e7f"/>
    <p:sldId xmlns:r="http://schemas.openxmlformats.org/officeDocument/2006/relationships" id="259" r:id="R707521ba2cde4bdb"/>
    <p:sldId xmlns:r="http://schemas.openxmlformats.org/officeDocument/2006/relationships" id="260" r:id="R9086d7cb8d0547e0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7a244c8baa46bc" /><Relationship Type="http://schemas.openxmlformats.org/officeDocument/2006/relationships/slideMaster" Target="/ppt/slideMasters/slideMaster1.xml" Id="R037662b6658c4cee" /><Relationship Type="http://schemas.openxmlformats.org/officeDocument/2006/relationships/notesMaster" Target="/ppt/notesMasters/notesMaster1.xml" Id="Rc535b0fd9ef74bd5" /><Relationship Type="http://schemas.openxmlformats.org/officeDocument/2006/relationships/presProps" Target="/ppt/presProps.xml" Id="R2c1301cc5cdf405a" /><Relationship Type="http://schemas.openxmlformats.org/officeDocument/2006/relationships/tableStyles" Target="/ppt/tableStyles.xml" Id="R0aabd36e1aa84443" /><Relationship Type="http://schemas.openxmlformats.org/officeDocument/2006/relationships/slide" Target="/ppt/slides/slide1.xml" Id="R7a9c0a48ef384b8f" /><Relationship Type="http://schemas.openxmlformats.org/officeDocument/2006/relationships/slide" Target="/ppt/slides/slide2.xml" Id="R29c67dc6a64545da" /><Relationship Type="http://schemas.openxmlformats.org/officeDocument/2006/relationships/slide" Target="/ppt/slides/slide3.xml" Id="R7e560fae5db64e7f" /><Relationship Type="http://schemas.openxmlformats.org/officeDocument/2006/relationships/slide" Target="/ppt/slides/slide4.xml" Id="R707521ba2cde4bdb" /><Relationship Type="http://schemas.openxmlformats.org/officeDocument/2006/relationships/slide" Target="/ppt/slides/slide5.xml" Id="R9086d7cb8d0547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6fb2bd7e864e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cd383a98e44ebc" /><Relationship Type="http://schemas.openxmlformats.org/officeDocument/2006/relationships/notesMaster" Target="/ppt/notesMasters/notesMaster1.xml" Id="R065e71e1104740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39207b70f2406b" /><Relationship Type="http://schemas.openxmlformats.org/officeDocument/2006/relationships/notesMaster" Target="/ppt/notesMasters/notesMaster1.xml" Id="R26023358561b4e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0504c471e64bf6" /><Relationship Type="http://schemas.openxmlformats.org/officeDocument/2006/relationships/notesMaster" Target="/ppt/notesMasters/notesMaster1.xml" Id="Rb1e696be68974e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c0d09ce8a842fa" /><Relationship Type="http://schemas.openxmlformats.org/officeDocument/2006/relationships/notesMaster" Target="/ppt/notesMasters/notesMaster1.xml" Id="R93d08279e4d049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42d0a568244fd3" /><Relationship Type="http://schemas.openxmlformats.org/officeDocument/2006/relationships/notesMaster" Target="/ppt/notesMasters/notesMaster1.xml" Id="R1fe1c455025e4b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 Architecture</a:t>
            </a:r>
          </a:p>
          <a:p xmlns:a="http://schemas.openxmlformats.org/drawingml/2006/main">
            <a:r>
              <a:t>Source: user-supplied image ChatGPT Image Sep 29, 2026, 11_52_19 PM.png.</a:t>
            </a:r>
          </a:p>
          <a:p xmlns:a="http://schemas.openxmlformats.org/drawingml/2006/main">
            <a:r>
              <a:t>Original image embedded without visual modifications. Image-based slide; individual text and diagrams are not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Unique Selling Proposition</a:t>
            </a:r>
          </a:p>
          <a:p xmlns:a="http://schemas.openxmlformats.org/drawingml/2006/main">
            <a:r>
              <a:t>Source: user-supplied image ChatGPT Image Sep 29, 2026, 11_52_04 PM.png.</a:t>
            </a:r>
          </a:p>
          <a:p xmlns:a="http://schemas.openxmlformats.org/drawingml/2006/main">
            <a:r>
              <a:t>Original image embedded without visual modifications. Image-based slide; individual text and diagrams are not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Feasibility, Viability, Impact and Benefits</a:t>
            </a:r>
          </a:p>
          <a:p xmlns:a="http://schemas.openxmlformats.org/drawingml/2006/main">
            <a:r>
              <a:t>Source: user-supplied image ChatGPT Image Sep 29, 2026, 11_51_58 PM.png.</a:t>
            </a:r>
          </a:p>
          <a:p xmlns:a="http://schemas.openxmlformats.org/drawingml/2006/main">
            <a:r>
              <a:t>Original image embedded without visual modifications. Image-based slide; individual text and diagrams are not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Model, Market Opportunity and Future Roadmap</a:t>
            </a:r>
          </a:p>
          <a:p xmlns:a="http://schemas.openxmlformats.org/drawingml/2006/main">
            <a:r>
              <a:t>Source: user-supplied image ChatGPT Image Sep 29, 2026, 11_51_50 PM.png.</a:t>
            </a:r>
          </a:p>
          <a:p xmlns:a="http://schemas.openxmlformats.org/drawingml/2006/main">
            <a:r>
              <a:t>Original image embedded without visual modifications. Image-based slide; individual text and diagrams are not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and References</a:t>
            </a:r>
          </a:p>
          <a:p xmlns:a="http://schemas.openxmlformats.org/drawingml/2006/main">
            <a:r>
              <a:t>Source: user-supplied image ChatGPT Image Sep 29, 2026, 04_08_14 PM.png.</a:t>
            </a:r>
          </a:p>
          <a:p xmlns:a="http://schemas.openxmlformats.org/drawingml/2006/main">
            <a:r>
              <a:t>Original image embedded without visual modifications. Image-based slide; individual text and diagrams are not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8272281bf444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5735e3a85c44a2" /><Relationship Type="http://schemas.openxmlformats.org/officeDocument/2006/relationships/slideLayout" Target="/ppt/slideLayouts/slideLayout1.xml" Id="Rbd44984b455c44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44984b455c44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55f859b7e4cae" /><Relationship Type="http://schemas.openxmlformats.org/officeDocument/2006/relationships/image" Target="/ppt/media/image.png" Id="Rd50b2942d77a4ec0" /><Relationship Type="http://schemas.openxmlformats.org/officeDocument/2006/relationships/notesSlide" Target="/ppt/notesSlides/notesSlide1.xml" Id="R531789eb619844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3f76a0bed4e49" /><Relationship Type="http://schemas.openxmlformats.org/officeDocument/2006/relationships/image" Target="/ppt/media/image2.png" Id="R1bd232c61b5446b1" /><Relationship Type="http://schemas.openxmlformats.org/officeDocument/2006/relationships/notesSlide" Target="/ppt/notesSlides/notesSlide2.xml" Id="R66783af4ed3645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e260077e5491d" /><Relationship Type="http://schemas.openxmlformats.org/officeDocument/2006/relationships/image" Target="/ppt/media/image3.png" Id="Re9745d1bf94d4022" /><Relationship Type="http://schemas.openxmlformats.org/officeDocument/2006/relationships/notesSlide" Target="/ppt/notesSlides/notesSlide3.xml" Id="Rd8373fd9fac648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5573dc74348d9" /><Relationship Type="http://schemas.openxmlformats.org/officeDocument/2006/relationships/image" Target="/ppt/media/image4.png" Id="R4bf6b482a9504f44" /><Relationship Type="http://schemas.openxmlformats.org/officeDocument/2006/relationships/notesSlide" Target="/ppt/notesSlides/notesSlide4.xml" Id="R64de1f5c781f44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86da113924e44" /><Relationship Type="http://schemas.openxmlformats.org/officeDocument/2006/relationships/image" Target="/ppt/media/image5.png" Id="Rb4ab074dad09499d" /><Relationship Type="http://schemas.openxmlformats.org/officeDocument/2006/relationships/notesSlide" Target="/ppt/notesSlides/notesSlide5.xml" Id="R2b5c1e34206742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15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0b2942d77a4ec0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168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15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232c61b5446b1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3580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15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745d1bf94d4022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8824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15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6b482a9504f44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0698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15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b074dad09499d"/>
          <a:stretch xmlns:a="http://schemas.openxmlformats.org/drawingml/2006/main"/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227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2026-09-29T18:28:08.4040000Z</dcterms:created>
  <dcterms:modified xsi:type="dcterms:W3CDTF">2026-09-29T18:28:08.4040000Z</dcterms:modified>
</coreProperties>
</file>